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3" r:id="rId5"/>
    <p:sldMasterId id="2147484178" r:id="rId6"/>
    <p:sldMasterId id="2147484235" r:id="rId7"/>
  </p:sldMasterIdLst>
  <p:notesMasterIdLst>
    <p:notesMasterId r:id="rId44"/>
  </p:notesMasterIdLst>
  <p:sldIdLst>
    <p:sldId id="388" r:id="rId8"/>
    <p:sldId id="391" r:id="rId9"/>
    <p:sldId id="383" r:id="rId10"/>
    <p:sldId id="384" r:id="rId11"/>
    <p:sldId id="259" r:id="rId12"/>
    <p:sldId id="307" r:id="rId13"/>
    <p:sldId id="334" r:id="rId14"/>
    <p:sldId id="335" r:id="rId15"/>
    <p:sldId id="336" r:id="rId16"/>
    <p:sldId id="338" r:id="rId17"/>
    <p:sldId id="339" r:id="rId18"/>
    <p:sldId id="340" r:id="rId19"/>
    <p:sldId id="341" r:id="rId20"/>
    <p:sldId id="343" r:id="rId21"/>
    <p:sldId id="345" r:id="rId22"/>
    <p:sldId id="346" r:id="rId23"/>
    <p:sldId id="347" r:id="rId24"/>
    <p:sldId id="349" r:id="rId25"/>
    <p:sldId id="350" r:id="rId26"/>
    <p:sldId id="351" r:id="rId27"/>
    <p:sldId id="352" r:id="rId28"/>
    <p:sldId id="353" r:id="rId29"/>
    <p:sldId id="355" r:id="rId30"/>
    <p:sldId id="354" r:id="rId31"/>
    <p:sldId id="358" r:id="rId32"/>
    <p:sldId id="359" r:id="rId33"/>
    <p:sldId id="365" r:id="rId34"/>
    <p:sldId id="367" r:id="rId35"/>
    <p:sldId id="368" r:id="rId36"/>
    <p:sldId id="369" r:id="rId37"/>
    <p:sldId id="370" r:id="rId38"/>
    <p:sldId id="372" r:id="rId39"/>
    <p:sldId id="373" r:id="rId40"/>
    <p:sldId id="375" r:id="rId41"/>
    <p:sldId id="376" r:id="rId42"/>
    <p:sldId id="386" r:id="rId4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008">
          <p15:clr>
            <a:srgbClr val="A4A3A4"/>
          </p15:clr>
        </p15:guide>
        <p15:guide id="2" pos="384">
          <p15:clr>
            <a:srgbClr val="A4A3A4"/>
          </p15:clr>
        </p15:guide>
        <p15:guide id="3" pos="7232">
          <p15:clr>
            <a:srgbClr val="A4A3A4"/>
          </p15:clr>
        </p15:guide>
        <p15:guide id="4" pos="4003">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omas Willingham" initials="TW" lastIdx="1" clrIdx="0">
    <p:extLst>
      <p:ext uri="{19B8F6BF-5375-455C-9EA6-DF929625EA0E}">
        <p15:presenceInfo xmlns:p15="http://schemas.microsoft.com/office/powerpoint/2012/main" userId="S-1-5-21-2127521184-1604012920-1887927527-468321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6"/>
    <a:srgbClr val="000066"/>
    <a:srgbClr val="0000CC"/>
    <a:srgbClr val="0000FF"/>
    <a:srgbClr val="DECDC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1DB098-9CA8-4153-A74A-E12799B14FF9}" v="2" dt="2023-05-23T13:54:24.8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14" autoAdjust="0"/>
    <p:restoredTop sz="90603" autoAdjust="0"/>
  </p:normalViewPr>
  <p:slideViewPr>
    <p:cSldViewPr>
      <p:cViewPr varScale="1">
        <p:scale>
          <a:sx n="78" d="100"/>
          <a:sy n="78" d="100"/>
        </p:scale>
        <p:origin x="480" y="58"/>
      </p:cViewPr>
      <p:guideLst>
        <p:guide orient="horz" pos="1008"/>
        <p:guide pos="384"/>
        <p:guide pos="7232"/>
        <p:guide pos="400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commentAuthors" Target="commentAuthor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theme" Target="theme/theme1.xml"/><Relationship Id="rId8" Type="http://schemas.openxmlformats.org/officeDocument/2006/relationships/slide" Target="slides/slide1.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khan Mammadov" userId="4a5423ba-2505-4ca1-97e0-21fd08c15f59" providerId="ADAL" clId="{81EA020B-3CFA-4FC5-8594-CC409F555F76}"/>
    <pc:docChg chg="custSel delSld modSld modMainMaster">
      <pc:chgData name="Orkhan Mammadov" userId="4a5423ba-2505-4ca1-97e0-21fd08c15f59" providerId="ADAL" clId="{81EA020B-3CFA-4FC5-8594-CC409F555F76}" dt="2022-08-31T10:24:07.367" v="20" actId="47"/>
      <pc:docMkLst>
        <pc:docMk/>
      </pc:docMkLst>
      <pc:sldChg chg="modSp">
        <pc:chgData name="Orkhan Mammadov" userId="4a5423ba-2505-4ca1-97e0-21fd08c15f59" providerId="ADAL" clId="{81EA020B-3CFA-4FC5-8594-CC409F555F76}" dt="2022-08-31T10:23:34.182" v="2"/>
        <pc:sldMkLst>
          <pc:docMk/>
          <pc:sldMk cId="0" sldId="259"/>
        </pc:sldMkLst>
        <pc:spChg chg="mod">
          <ac:chgData name="Orkhan Mammadov" userId="4a5423ba-2505-4ca1-97e0-21fd08c15f59" providerId="ADAL" clId="{81EA020B-3CFA-4FC5-8594-CC409F555F76}" dt="2022-08-31T10:23:34.182" v="2"/>
          <ac:spMkLst>
            <pc:docMk/>
            <pc:sldMk cId="0" sldId="259"/>
            <ac:spMk id="224258" creationId="{00000000-0000-0000-0000-000000000000}"/>
          </ac:spMkLst>
        </pc:spChg>
      </pc:sldChg>
      <pc:sldChg chg="modSp">
        <pc:chgData name="Orkhan Mammadov" userId="4a5423ba-2505-4ca1-97e0-21fd08c15f59" providerId="ADAL" clId="{81EA020B-3CFA-4FC5-8594-CC409F555F76}" dt="2022-08-31T10:23:34.182" v="2"/>
        <pc:sldMkLst>
          <pc:docMk/>
          <pc:sldMk cId="0" sldId="307"/>
        </pc:sldMkLst>
        <pc:spChg chg="mod">
          <ac:chgData name="Orkhan Mammadov" userId="4a5423ba-2505-4ca1-97e0-21fd08c15f59" providerId="ADAL" clId="{81EA020B-3CFA-4FC5-8594-CC409F555F76}" dt="2022-08-31T10:23:34.182" v="2"/>
          <ac:spMkLst>
            <pc:docMk/>
            <pc:sldMk cId="0" sldId="307"/>
            <ac:spMk id="224258" creationId="{00000000-0000-0000-0000-000000000000}"/>
          </ac:spMkLst>
        </pc:spChg>
      </pc:sldChg>
      <pc:sldChg chg="modSp">
        <pc:chgData name="Orkhan Mammadov" userId="4a5423ba-2505-4ca1-97e0-21fd08c15f59" providerId="ADAL" clId="{81EA020B-3CFA-4FC5-8594-CC409F555F76}" dt="2022-08-31T10:23:34.182" v="2"/>
        <pc:sldMkLst>
          <pc:docMk/>
          <pc:sldMk cId="0" sldId="334"/>
        </pc:sldMkLst>
        <pc:spChg chg="mod">
          <ac:chgData name="Orkhan Mammadov" userId="4a5423ba-2505-4ca1-97e0-21fd08c15f59" providerId="ADAL" clId="{81EA020B-3CFA-4FC5-8594-CC409F555F76}" dt="2022-08-31T10:23:34.182" v="2"/>
          <ac:spMkLst>
            <pc:docMk/>
            <pc:sldMk cId="0" sldId="334"/>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35"/>
        </pc:sldMkLst>
        <pc:spChg chg="mod">
          <ac:chgData name="Orkhan Mammadov" userId="4a5423ba-2505-4ca1-97e0-21fd08c15f59" providerId="ADAL" clId="{81EA020B-3CFA-4FC5-8594-CC409F555F76}" dt="2022-08-31T10:23:34.182" v="2"/>
          <ac:spMkLst>
            <pc:docMk/>
            <pc:sldMk cId="0" sldId="335"/>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36"/>
        </pc:sldMkLst>
        <pc:spChg chg="mod">
          <ac:chgData name="Orkhan Mammadov" userId="4a5423ba-2505-4ca1-97e0-21fd08c15f59" providerId="ADAL" clId="{81EA020B-3CFA-4FC5-8594-CC409F555F76}" dt="2022-08-31T10:23:34.182" v="2"/>
          <ac:spMkLst>
            <pc:docMk/>
            <pc:sldMk cId="0" sldId="336"/>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38"/>
        </pc:sldMkLst>
        <pc:spChg chg="mod">
          <ac:chgData name="Orkhan Mammadov" userId="4a5423ba-2505-4ca1-97e0-21fd08c15f59" providerId="ADAL" clId="{81EA020B-3CFA-4FC5-8594-CC409F555F76}" dt="2022-08-31T10:23:34.182" v="2"/>
          <ac:spMkLst>
            <pc:docMk/>
            <pc:sldMk cId="0" sldId="338"/>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39"/>
        </pc:sldMkLst>
        <pc:spChg chg="mod">
          <ac:chgData name="Orkhan Mammadov" userId="4a5423ba-2505-4ca1-97e0-21fd08c15f59" providerId="ADAL" clId="{81EA020B-3CFA-4FC5-8594-CC409F555F76}" dt="2022-08-31T10:23:34.182" v="2"/>
          <ac:spMkLst>
            <pc:docMk/>
            <pc:sldMk cId="0" sldId="339"/>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0"/>
        </pc:sldMkLst>
        <pc:spChg chg="mod">
          <ac:chgData name="Orkhan Mammadov" userId="4a5423ba-2505-4ca1-97e0-21fd08c15f59" providerId="ADAL" clId="{81EA020B-3CFA-4FC5-8594-CC409F555F76}" dt="2022-08-31T10:23:34.182" v="2"/>
          <ac:spMkLst>
            <pc:docMk/>
            <pc:sldMk cId="0" sldId="340"/>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1"/>
        </pc:sldMkLst>
        <pc:spChg chg="mod">
          <ac:chgData name="Orkhan Mammadov" userId="4a5423ba-2505-4ca1-97e0-21fd08c15f59" providerId="ADAL" clId="{81EA020B-3CFA-4FC5-8594-CC409F555F76}" dt="2022-08-31T10:23:34.182" v="2"/>
          <ac:spMkLst>
            <pc:docMk/>
            <pc:sldMk cId="0" sldId="341"/>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3"/>
        </pc:sldMkLst>
        <pc:spChg chg="mod">
          <ac:chgData name="Orkhan Mammadov" userId="4a5423ba-2505-4ca1-97e0-21fd08c15f59" providerId="ADAL" clId="{81EA020B-3CFA-4FC5-8594-CC409F555F76}" dt="2022-08-31T10:23:34.182" v="2"/>
          <ac:spMkLst>
            <pc:docMk/>
            <pc:sldMk cId="0" sldId="343"/>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5"/>
        </pc:sldMkLst>
        <pc:spChg chg="mod">
          <ac:chgData name="Orkhan Mammadov" userId="4a5423ba-2505-4ca1-97e0-21fd08c15f59" providerId="ADAL" clId="{81EA020B-3CFA-4FC5-8594-CC409F555F76}" dt="2022-08-31T10:23:34.182" v="2"/>
          <ac:spMkLst>
            <pc:docMk/>
            <pc:sldMk cId="0" sldId="345"/>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6"/>
        </pc:sldMkLst>
        <pc:spChg chg="mod">
          <ac:chgData name="Orkhan Mammadov" userId="4a5423ba-2505-4ca1-97e0-21fd08c15f59" providerId="ADAL" clId="{81EA020B-3CFA-4FC5-8594-CC409F555F76}" dt="2022-08-31T10:23:34.182" v="2"/>
          <ac:spMkLst>
            <pc:docMk/>
            <pc:sldMk cId="0" sldId="346"/>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7"/>
        </pc:sldMkLst>
        <pc:spChg chg="mod">
          <ac:chgData name="Orkhan Mammadov" userId="4a5423ba-2505-4ca1-97e0-21fd08c15f59" providerId="ADAL" clId="{81EA020B-3CFA-4FC5-8594-CC409F555F76}" dt="2022-08-31T10:23:34.182" v="2"/>
          <ac:spMkLst>
            <pc:docMk/>
            <pc:sldMk cId="0" sldId="347"/>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49"/>
        </pc:sldMkLst>
        <pc:spChg chg="mod">
          <ac:chgData name="Orkhan Mammadov" userId="4a5423ba-2505-4ca1-97e0-21fd08c15f59" providerId="ADAL" clId="{81EA020B-3CFA-4FC5-8594-CC409F555F76}" dt="2022-08-31T10:23:34.182" v="2"/>
          <ac:spMkLst>
            <pc:docMk/>
            <pc:sldMk cId="0" sldId="349"/>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0"/>
        </pc:sldMkLst>
        <pc:spChg chg="mod">
          <ac:chgData name="Orkhan Mammadov" userId="4a5423ba-2505-4ca1-97e0-21fd08c15f59" providerId="ADAL" clId="{81EA020B-3CFA-4FC5-8594-CC409F555F76}" dt="2022-08-31T10:23:34.182" v="2"/>
          <ac:spMkLst>
            <pc:docMk/>
            <pc:sldMk cId="0" sldId="350"/>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1"/>
        </pc:sldMkLst>
        <pc:spChg chg="mod">
          <ac:chgData name="Orkhan Mammadov" userId="4a5423ba-2505-4ca1-97e0-21fd08c15f59" providerId="ADAL" clId="{81EA020B-3CFA-4FC5-8594-CC409F555F76}" dt="2022-08-31T10:23:34.182" v="2"/>
          <ac:spMkLst>
            <pc:docMk/>
            <pc:sldMk cId="0" sldId="351"/>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2"/>
        </pc:sldMkLst>
        <pc:spChg chg="mod">
          <ac:chgData name="Orkhan Mammadov" userId="4a5423ba-2505-4ca1-97e0-21fd08c15f59" providerId="ADAL" clId="{81EA020B-3CFA-4FC5-8594-CC409F555F76}" dt="2022-08-31T10:23:34.182" v="2"/>
          <ac:spMkLst>
            <pc:docMk/>
            <pc:sldMk cId="0" sldId="352"/>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3"/>
        </pc:sldMkLst>
        <pc:spChg chg="mod">
          <ac:chgData name="Orkhan Mammadov" userId="4a5423ba-2505-4ca1-97e0-21fd08c15f59" providerId="ADAL" clId="{81EA020B-3CFA-4FC5-8594-CC409F555F76}" dt="2022-08-31T10:23:34.182" v="2"/>
          <ac:spMkLst>
            <pc:docMk/>
            <pc:sldMk cId="0" sldId="353"/>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4"/>
        </pc:sldMkLst>
        <pc:spChg chg="mod">
          <ac:chgData name="Orkhan Mammadov" userId="4a5423ba-2505-4ca1-97e0-21fd08c15f59" providerId="ADAL" clId="{81EA020B-3CFA-4FC5-8594-CC409F555F76}" dt="2022-08-31T10:23:34.182" v="2"/>
          <ac:spMkLst>
            <pc:docMk/>
            <pc:sldMk cId="0" sldId="354"/>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5"/>
        </pc:sldMkLst>
        <pc:spChg chg="mod">
          <ac:chgData name="Orkhan Mammadov" userId="4a5423ba-2505-4ca1-97e0-21fd08c15f59" providerId="ADAL" clId="{81EA020B-3CFA-4FC5-8594-CC409F555F76}" dt="2022-08-31T10:23:34.182" v="2"/>
          <ac:spMkLst>
            <pc:docMk/>
            <pc:sldMk cId="0" sldId="355"/>
            <ac:spMk id="2" creationId="{00000000-0000-0000-0000-000000000000}"/>
          </ac:spMkLst>
        </pc:spChg>
      </pc:sldChg>
      <pc:sldChg chg="modSp mod">
        <pc:chgData name="Orkhan Mammadov" userId="4a5423ba-2505-4ca1-97e0-21fd08c15f59" providerId="ADAL" clId="{81EA020B-3CFA-4FC5-8594-CC409F555F76}" dt="2022-08-31T10:23:34.380" v="4" actId="27636"/>
        <pc:sldMkLst>
          <pc:docMk/>
          <pc:sldMk cId="0" sldId="358"/>
        </pc:sldMkLst>
        <pc:spChg chg="mod">
          <ac:chgData name="Orkhan Mammadov" userId="4a5423ba-2505-4ca1-97e0-21fd08c15f59" providerId="ADAL" clId="{81EA020B-3CFA-4FC5-8594-CC409F555F76}" dt="2022-08-31T10:23:34.380" v="4" actId="27636"/>
          <ac:spMkLst>
            <pc:docMk/>
            <pc:sldMk cId="0" sldId="358"/>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59"/>
        </pc:sldMkLst>
        <pc:spChg chg="mod">
          <ac:chgData name="Orkhan Mammadov" userId="4a5423ba-2505-4ca1-97e0-21fd08c15f59" providerId="ADAL" clId="{81EA020B-3CFA-4FC5-8594-CC409F555F76}" dt="2022-08-31T10:23:34.182" v="2"/>
          <ac:spMkLst>
            <pc:docMk/>
            <pc:sldMk cId="0" sldId="359"/>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3"/>
        </pc:sldMkLst>
        <pc:spChg chg="mod">
          <ac:chgData name="Orkhan Mammadov" userId="4a5423ba-2505-4ca1-97e0-21fd08c15f59" providerId="ADAL" clId="{81EA020B-3CFA-4FC5-8594-CC409F555F76}" dt="2022-08-31T10:23:34.182" v="2"/>
          <ac:spMkLst>
            <pc:docMk/>
            <pc:sldMk cId="0" sldId="363"/>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4"/>
        </pc:sldMkLst>
        <pc:spChg chg="mod">
          <ac:chgData name="Orkhan Mammadov" userId="4a5423ba-2505-4ca1-97e0-21fd08c15f59" providerId="ADAL" clId="{81EA020B-3CFA-4FC5-8594-CC409F555F76}" dt="2022-08-31T10:23:34.182" v="2"/>
          <ac:spMkLst>
            <pc:docMk/>
            <pc:sldMk cId="0" sldId="364"/>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5"/>
        </pc:sldMkLst>
        <pc:spChg chg="mod">
          <ac:chgData name="Orkhan Mammadov" userId="4a5423ba-2505-4ca1-97e0-21fd08c15f59" providerId="ADAL" clId="{81EA020B-3CFA-4FC5-8594-CC409F555F76}" dt="2022-08-31T10:23:34.182" v="2"/>
          <ac:spMkLst>
            <pc:docMk/>
            <pc:sldMk cId="0" sldId="365"/>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7"/>
        </pc:sldMkLst>
        <pc:spChg chg="mod">
          <ac:chgData name="Orkhan Mammadov" userId="4a5423ba-2505-4ca1-97e0-21fd08c15f59" providerId="ADAL" clId="{81EA020B-3CFA-4FC5-8594-CC409F555F76}" dt="2022-08-31T10:23:34.182" v="2"/>
          <ac:spMkLst>
            <pc:docMk/>
            <pc:sldMk cId="0" sldId="367"/>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8"/>
        </pc:sldMkLst>
        <pc:spChg chg="mod">
          <ac:chgData name="Orkhan Mammadov" userId="4a5423ba-2505-4ca1-97e0-21fd08c15f59" providerId="ADAL" clId="{81EA020B-3CFA-4FC5-8594-CC409F555F76}" dt="2022-08-31T10:23:34.182" v="2"/>
          <ac:spMkLst>
            <pc:docMk/>
            <pc:sldMk cId="0" sldId="368"/>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69"/>
        </pc:sldMkLst>
        <pc:spChg chg="mod">
          <ac:chgData name="Orkhan Mammadov" userId="4a5423ba-2505-4ca1-97e0-21fd08c15f59" providerId="ADAL" clId="{81EA020B-3CFA-4FC5-8594-CC409F555F76}" dt="2022-08-31T10:23:34.182" v="2"/>
          <ac:spMkLst>
            <pc:docMk/>
            <pc:sldMk cId="0" sldId="369"/>
            <ac:spMk id="2" creationId="{00000000-0000-0000-0000-000000000000}"/>
          </ac:spMkLst>
        </pc:spChg>
      </pc:sldChg>
      <pc:sldChg chg="modSp mod">
        <pc:chgData name="Orkhan Mammadov" userId="4a5423ba-2505-4ca1-97e0-21fd08c15f59" providerId="ADAL" clId="{81EA020B-3CFA-4FC5-8594-CC409F555F76}" dt="2022-08-31T10:23:34.400" v="5" actId="27636"/>
        <pc:sldMkLst>
          <pc:docMk/>
          <pc:sldMk cId="0" sldId="370"/>
        </pc:sldMkLst>
        <pc:spChg chg="mod">
          <ac:chgData name="Orkhan Mammadov" userId="4a5423ba-2505-4ca1-97e0-21fd08c15f59" providerId="ADAL" clId="{81EA020B-3CFA-4FC5-8594-CC409F555F76}" dt="2022-08-31T10:23:34.400" v="5" actId="27636"/>
          <ac:spMkLst>
            <pc:docMk/>
            <pc:sldMk cId="0" sldId="370"/>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72"/>
        </pc:sldMkLst>
        <pc:spChg chg="mod">
          <ac:chgData name="Orkhan Mammadov" userId="4a5423ba-2505-4ca1-97e0-21fd08c15f59" providerId="ADAL" clId="{81EA020B-3CFA-4FC5-8594-CC409F555F76}" dt="2022-08-31T10:23:34.182" v="2"/>
          <ac:spMkLst>
            <pc:docMk/>
            <pc:sldMk cId="0" sldId="372"/>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73"/>
        </pc:sldMkLst>
        <pc:spChg chg="mod">
          <ac:chgData name="Orkhan Mammadov" userId="4a5423ba-2505-4ca1-97e0-21fd08c15f59" providerId="ADAL" clId="{81EA020B-3CFA-4FC5-8594-CC409F555F76}" dt="2022-08-31T10:23:34.182" v="2"/>
          <ac:spMkLst>
            <pc:docMk/>
            <pc:sldMk cId="0" sldId="373"/>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75"/>
        </pc:sldMkLst>
        <pc:spChg chg="mod">
          <ac:chgData name="Orkhan Mammadov" userId="4a5423ba-2505-4ca1-97e0-21fd08c15f59" providerId="ADAL" clId="{81EA020B-3CFA-4FC5-8594-CC409F555F76}" dt="2022-08-31T10:23:34.182" v="2"/>
          <ac:spMkLst>
            <pc:docMk/>
            <pc:sldMk cId="0" sldId="375"/>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76"/>
        </pc:sldMkLst>
        <pc:spChg chg="mod">
          <ac:chgData name="Orkhan Mammadov" userId="4a5423ba-2505-4ca1-97e0-21fd08c15f59" providerId="ADAL" clId="{81EA020B-3CFA-4FC5-8594-CC409F555F76}" dt="2022-08-31T10:23:34.182" v="2"/>
          <ac:spMkLst>
            <pc:docMk/>
            <pc:sldMk cId="0" sldId="376"/>
            <ac:spMk id="2" creationId="{00000000-0000-0000-0000-000000000000}"/>
          </ac:spMkLst>
        </pc:spChg>
      </pc:sldChg>
      <pc:sldChg chg="modSp">
        <pc:chgData name="Orkhan Mammadov" userId="4a5423ba-2505-4ca1-97e0-21fd08c15f59" providerId="ADAL" clId="{81EA020B-3CFA-4FC5-8594-CC409F555F76}" dt="2022-08-31T10:23:34.182" v="2"/>
        <pc:sldMkLst>
          <pc:docMk/>
          <pc:sldMk cId="0" sldId="384"/>
        </pc:sldMkLst>
        <pc:spChg chg="mod">
          <ac:chgData name="Orkhan Mammadov" userId="4a5423ba-2505-4ca1-97e0-21fd08c15f59" providerId="ADAL" clId="{81EA020B-3CFA-4FC5-8594-CC409F555F76}" dt="2022-08-31T10:23:34.182" v="2"/>
          <ac:spMkLst>
            <pc:docMk/>
            <pc:sldMk cId="0" sldId="384"/>
            <ac:spMk id="148482" creationId="{00000000-0000-0000-0000-000000000000}"/>
          </ac:spMkLst>
        </pc:spChg>
      </pc:sldChg>
      <pc:sldChg chg="modSp">
        <pc:chgData name="Orkhan Mammadov" userId="4a5423ba-2505-4ca1-97e0-21fd08c15f59" providerId="ADAL" clId="{81EA020B-3CFA-4FC5-8594-CC409F555F76}" dt="2022-08-31T10:23:34.182" v="2"/>
        <pc:sldMkLst>
          <pc:docMk/>
          <pc:sldMk cId="0" sldId="385"/>
        </pc:sldMkLst>
        <pc:spChg chg="mod">
          <ac:chgData name="Orkhan Mammadov" userId="4a5423ba-2505-4ca1-97e0-21fd08c15f59" providerId="ADAL" clId="{81EA020B-3CFA-4FC5-8594-CC409F555F76}" dt="2022-08-31T10:23:34.182" v="2"/>
          <ac:spMkLst>
            <pc:docMk/>
            <pc:sldMk cId="0" sldId="385"/>
            <ac:spMk id="2" creationId="{00000000-0000-0000-0000-000000000000}"/>
          </ac:spMkLst>
        </pc:spChg>
        <pc:spChg chg="mod">
          <ac:chgData name="Orkhan Mammadov" userId="4a5423ba-2505-4ca1-97e0-21fd08c15f59" providerId="ADAL" clId="{81EA020B-3CFA-4FC5-8594-CC409F555F76}" dt="2022-08-31T10:23:34.182" v="2"/>
          <ac:spMkLst>
            <pc:docMk/>
            <pc:sldMk cId="0" sldId="385"/>
            <ac:spMk id="3" creationId="{00000000-0000-0000-0000-000000000000}"/>
          </ac:spMkLst>
        </pc:spChg>
      </pc:sldChg>
      <pc:sldChg chg="modSp">
        <pc:chgData name="Orkhan Mammadov" userId="4a5423ba-2505-4ca1-97e0-21fd08c15f59" providerId="ADAL" clId="{81EA020B-3CFA-4FC5-8594-CC409F555F76}" dt="2022-08-31T10:23:34.182" v="2"/>
        <pc:sldMkLst>
          <pc:docMk/>
          <pc:sldMk cId="4170872601" sldId="387"/>
        </pc:sldMkLst>
        <pc:spChg chg="mod">
          <ac:chgData name="Orkhan Mammadov" userId="4a5423ba-2505-4ca1-97e0-21fd08c15f59" providerId="ADAL" clId="{81EA020B-3CFA-4FC5-8594-CC409F555F76}" dt="2022-08-31T10:23:34.182" v="2"/>
          <ac:spMkLst>
            <pc:docMk/>
            <pc:sldMk cId="4170872601" sldId="387"/>
            <ac:spMk id="2" creationId="{00000000-0000-0000-0000-000000000000}"/>
          </ac:spMkLst>
        </pc:spChg>
      </pc:sldChg>
      <pc:sldChg chg="modSp mod">
        <pc:chgData name="Orkhan Mammadov" userId="4a5423ba-2505-4ca1-97e0-21fd08c15f59" providerId="ADAL" clId="{81EA020B-3CFA-4FC5-8594-CC409F555F76}" dt="2022-08-31T10:23:53.860" v="19" actId="20577"/>
        <pc:sldMkLst>
          <pc:docMk/>
          <pc:sldMk cId="1427198929" sldId="388"/>
        </pc:sldMkLst>
        <pc:spChg chg="mod">
          <ac:chgData name="Orkhan Mammadov" userId="4a5423ba-2505-4ca1-97e0-21fd08c15f59" providerId="ADAL" clId="{81EA020B-3CFA-4FC5-8594-CC409F555F76}" dt="2022-08-31T10:23:53.860" v="19" actId="20577"/>
          <ac:spMkLst>
            <pc:docMk/>
            <pc:sldMk cId="1427198929" sldId="388"/>
            <ac:spMk id="2" creationId="{00000000-0000-0000-0000-000000000000}"/>
          </ac:spMkLst>
        </pc:spChg>
      </pc:sldChg>
      <pc:sldChg chg="del">
        <pc:chgData name="Orkhan Mammadov" userId="4a5423ba-2505-4ca1-97e0-21fd08c15f59" providerId="ADAL" clId="{81EA020B-3CFA-4FC5-8594-CC409F555F76}" dt="2022-08-31T10:23:07.080" v="0" actId="47"/>
        <pc:sldMkLst>
          <pc:docMk/>
          <pc:sldMk cId="238372767" sldId="389"/>
        </pc:sldMkLst>
      </pc:sldChg>
      <pc:sldChg chg="del">
        <pc:chgData name="Orkhan Mammadov" userId="4a5423ba-2505-4ca1-97e0-21fd08c15f59" providerId="ADAL" clId="{81EA020B-3CFA-4FC5-8594-CC409F555F76}" dt="2022-08-31T10:23:08.121" v="1" actId="47"/>
        <pc:sldMkLst>
          <pc:docMk/>
          <pc:sldMk cId="151766348" sldId="390"/>
        </pc:sldMkLst>
      </pc:sldChg>
      <pc:sldChg chg="modSp mod">
        <pc:chgData name="Orkhan Mammadov" userId="4a5423ba-2505-4ca1-97e0-21fd08c15f59" providerId="ADAL" clId="{81EA020B-3CFA-4FC5-8594-CC409F555F76}" dt="2022-08-31T10:23:34.271" v="3" actId="27636"/>
        <pc:sldMkLst>
          <pc:docMk/>
          <pc:sldMk cId="3157319272" sldId="391"/>
        </pc:sldMkLst>
        <pc:spChg chg="mod">
          <ac:chgData name="Orkhan Mammadov" userId="4a5423ba-2505-4ca1-97e0-21fd08c15f59" providerId="ADAL" clId="{81EA020B-3CFA-4FC5-8594-CC409F555F76}" dt="2022-08-31T10:23:34.271" v="3" actId="27636"/>
          <ac:spMkLst>
            <pc:docMk/>
            <pc:sldMk cId="3157319272" sldId="391"/>
            <ac:spMk id="2" creationId="{00000000-0000-0000-0000-000000000000}"/>
          </ac:spMkLst>
        </pc:spChg>
        <pc:graphicFrameChg chg="mod">
          <ac:chgData name="Orkhan Mammadov" userId="4a5423ba-2505-4ca1-97e0-21fd08c15f59" providerId="ADAL" clId="{81EA020B-3CFA-4FC5-8594-CC409F555F76}" dt="2022-08-31T10:23:34.182" v="2"/>
          <ac:graphicFrameMkLst>
            <pc:docMk/>
            <pc:sldMk cId="3157319272" sldId="391"/>
            <ac:graphicFrameMk id="11" creationId="{00000000-0000-0000-0000-000000000000}"/>
          </ac:graphicFrameMkLst>
        </pc:graphicFrameChg>
      </pc:sldChg>
      <pc:sldChg chg="modSp del">
        <pc:chgData name="Orkhan Mammadov" userId="4a5423ba-2505-4ca1-97e0-21fd08c15f59" providerId="ADAL" clId="{81EA020B-3CFA-4FC5-8594-CC409F555F76}" dt="2022-08-31T10:24:07.367" v="20" actId="47"/>
        <pc:sldMkLst>
          <pc:docMk/>
          <pc:sldMk cId="3876626701" sldId="392"/>
        </pc:sldMkLst>
        <pc:spChg chg="mod">
          <ac:chgData name="Orkhan Mammadov" userId="4a5423ba-2505-4ca1-97e0-21fd08c15f59" providerId="ADAL" clId="{81EA020B-3CFA-4FC5-8594-CC409F555F76}" dt="2022-08-31T10:23:34.182" v="2"/>
          <ac:spMkLst>
            <pc:docMk/>
            <pc:sldMk cId="3876626701" sldId="392"/>
            <ac:spMk id="2" creationId="{00000000-0000-0000-0000-000000000000}"/>
          </ac:spMkLst>
        </pc:spChg>
      </pc:sldChg>
      <pc:sldMasterChg chg="modTransition delSldLayout">
        <pc:chgData name="Orkhan Mammadov" userId="4a5423ba-2505-4ca1-97e0-21fd08c15f59" providerId="ADAL" clId="{81EA020B-3CFA-4FC5-8594-CC409F555F76}" dt="2022-08-31T10:24:07.367" v="20" actId="47"/>
        <pc:sldMasterMkLst>
          <pc:docMk/>
          <pc:sldMasterMk cId="214614449" sldId="2147484184"/>
        </pc:sldMasterMkLst>
        <pc:sldLayoutChg chg="del">
          <pc:chgData name="Orkhan Mammadov" userId="4a5423ba-2505-4ca1-97e0-21fd08c15f59" providerId="ADAL" clId="{81EA020B-3CFA-4FC5-8594-CC409F555F76}" dt="2022-08-31T10:24:07.367" v="20" actId="47"/>
          <pc:sldLayoutMkLst>
            <pc:docMk/>
            <pc:sldMasterMk cId="214614449" sldId="2147484184"/>
            <pc:sldLayoutMk cId="3842668923" sldId="2147484197"/>
          </pc:sldLayoutMkLst>
        </pc:sldLayoutChg>
      </pc:sldMasterChg>
    </pc:docChg>
  </pc:docChgLst>
  <pc:docChgLst>
    <pc:chgData name="Orkhan Mammadov" userId="4a5423ba-2505-4ca1-97e0-21fd08c15f59" providerId="ADAL" clId="{5B1DB098-9CA8-4153-A74A-E12799B14FF9}"/>
    <pc:docChg chg="custSel delSld modSld modMainMaster">
      <pc:chgData name="Orkhan Mammadov" userId="4a5423ba-2505-4ca1-97e0-21fd08c15f59" providerId="ADAL" clId="{5B1DB098-9CA8-4153-A74A-E12799B14FF9}" dt="2023-05-23T13:57:35.924" v="156" actId="47"/>
      <pc:docMkLst>
        <pc:docMk/>
      </pc:docMkLst>
      <pc:sldChg chg="modSp mod">
        <pc:chgData name="Orkhan Mammadov" userId="4a5423ba-2505-4ca1-97e0-21fd08c15f59" providerId="ADAL" clId="{5B1DB098-9CA8-4153-A74A-E12799B14FF9}" dt="2023-05-23T13:54:44.754" v="23" actId="27636"/>
        <pc:sldMkLst>
          <pc:docMk/>
          <pc:sldMk cId="0" sldId="259"/>
        </pc:sldMkLst>
        <pc:spChg chg="mod">
          <ac:chgData name="Orkhan Mammadov" userId="4a5423ba-2505-4ca1-97e0-21fd08c15f59" providerId="ADAL" clId="{5B1DB098-9CA8-4153-A74A-E12799B14FF9}" dt="2023-05-23T13:54:44.754" v="23" actId="27636"/>
          <ac:spMkLst>
            <pc:docMk/>
            <pc:sldMk cId="0" sldId="259"/>
            <ac:spMk id="9218" creationId="{00000000-0000-0000-0000-000000000000}"/>
          </ac:spMkLst>
        </pc:spChg>
        <pc:spChg chg="mod">
          <ac:chgData name="Orkhan Mammadov" userId="4a5423ba-2505-4ca1-97e0-21fd08c15f59" providerId="ADAL" clId="{5B1DB098-9CA8-4153-A74A-E12799B14FF9}" dt="2023-05-23T13:54:41.548" v="21" actId="14100"/>
          <ac:spMkLst>
            <pc:docMk/>
            <pc:sldMk cId="0" sldId="259"/>
            <ac:spMk id="224258" creationId="{00000000-0000-0000-0000-000000000000}"/>
          </ac:spMkLst>
        </pc:spChg>
      </pc:sldChg>
      <pc:sldChg chg="modSp mod">
        <pc:chgData name="Orkhan Mammadov" userId="4a5423ba-2505-4ca1-97e0-21fd08c15f59" providerId="ADAL" clId="{5B1DB098-9CA8-4153-A74A-E12799B14FF9}" dt="2023-05-23T13:54:51.503" v="25" actId="27636"/>
        <pc:sldMkLst>
          <pc:docMk/>
          <pc:sldMk cId="0" sldId="307"/>
        </pc:sldMkLst>
        <pc:spChg chg="mod">
          <ac:chgData name="Orkhan Mammadov" userId="4a5423ba-2505-4ca1-97e0-21fd08c15f59" providerId="ADAL" clId="{5B1DB098-9CA8-4153-A74A-E12799B14FF9}" dt="2023-05-23T13:54:51.503" v="25" actId="27636"/>
          <ac:spMkLst>
            <pc:docMk/>
            <pc:sldMk cId="0" sldId="307"/>
            <ac:spMk id="224258" creationId="{00000000-0000-0000-0000-000000000000}"/>
          </ac:spMkLst>
        </pc:spChg>
      </pc:sldChg>
      <pc:sldChg chg="modSp mod">
        <pc:chgData name="Orkhan Mammadov" userId="4a5423ba-2505-4ca1-97e0-21fd08c15f59" providerId="ADAL" clId="{5B1DB098-9CA8-4153-A74A-E12799B14FF9}" dt="2023-05-23T13:54:56.518" v="27" actId="27636"/>
        <pc:sldMkLst>
          <pc:docMk/>
          <pc:sldMk cId="0" sldId="334"/>
        </pc:sldMkLst>
        <pc:spChg chg="mod">
          <ac:chgData name="Orkhan Mammadov" userId="4a5423ba-2505-4ca1-97e0-21fd08c15f59" providerId="ADAL" clId="{5B1DB098-9CA8-4153-A74A-E12799B14FF9}" dt="2023-05-23T13:54:56.518" v="27" actId="27636"/>
          <ac:spMkLst>
            <pc:docMk/>
            <pc:sldMk cId="0" sldId="334"/>
            <ac:spMk id="2" creationId="{00000000-0000-0000-0000-000000000000}"/>
          </ac:spMkLst>
        </pc:spChg>
      </pc:sldChg>
      <pc:sldChg chg="modSp mod">
        <pc:chgData name="Orkhan Mammadov" userId="4a5423ba-2505-4ca1-97e0-21fd08c15f59" providerId="ADAL" clId="{5B1DB098-9CA8-4153-A74A-E12799B14FF9}" dt="2023-05-23T13:55:03.844" v="29" actId="27636"/>
        <pc:sldMkLst>
          <pc:docMk/>
          <pc:sldMk cId="0" sldId="335"/>
        </pc:sldMkLst>
        <pc:spChg chg="mod">
          <ac:chgData name="Orkhan Mammadov" userId="4a5423ba-2505-4ca1-97e0-21fd08c15f59" providerId="ADAL" clId="{5B1DB098-9CA8-4153-A74A-E12799B14FF9}" dt="2023-05-23T13:55:03.844" v="29" actId="27636"/>
          <ac:spMkLst>
            <pc:docMk/>
            <pc:sldMk cId="0" sldId="335"/>
            <ac:spMk id="2" creationId="{00000000-0000-0000-0000-000000000000}"/>
          </ac:spMkLst>
        </pc:spChg>
      </pc:sldChg>
      <pc:sldChg chg="modSp mod">
        <pc:chgData name="Orkhan Mammadov" userId="4a5423ba-2505-4ca1-97e0-21fd08c15f59" providerId="ADAL" clId="{5B1DB098-9CA8-4153-A74A-E12799B14FF9}" dt="2023-05-23T13:55:09.235" v="31" actId="27636"/>
        <pc:sldMkLst>
          <pc:docMk/>
          <pc:sldMk cId="0" sldId="336"/>
        </pc:sldMkLst>
        <pc:spChg chg="mod">
          <ac:chgData name="Orkhan Mammadov" userId="4a5423ba-2505-4ca1-97e0-21fd08c15f59" providerId="ADAL" clId="{5B1DB098-9CA8-4153-A74A-E12799B14FF9}" dt="2023-05-23T13:55:09.235" v="31" actId="27636"/>
          <ac:spMkLst>
            <pc:docMk/>
            <pc:sldMk cId="0" sldId="336"/>
            <ac:spMk id="2" creationId="{00000000-0000-0000-0000-000000000000}"/>
          </ac:spMkLst>
        </pc:spChg>
      </pc:sldChg>
      <pc:sldChg chg="modSp mod">
        <pc:chgData name="Orkhan Mammadov" userId="4a5423ba-2505-4ca1-97e0-21fd08c15f59" providerId="ADAL" clId="{5B1DB098-9CA8-4153-A74A-E12799B14FF9}" dt="2023-05-23T13:55:15.229" v="33" actId="27636"/>
        <pc:sldMkLst>
          <pc:docMk/>
          <pc:sldMk cId="0" sldId="338"/>
        </pc:sldMkLst>
        <pc:spChg chg="mod">
          <ac:chgData name="Orkhan Mammadov" userId="4a5423ba-2505-4ca1-97e0-21fd08c15f59" providerId="ADAL" clId="{5B1DB098-9CA8-4153-A74A-E12799B14FF9}" dt="2023-05-23T13:55:15.229" v="33" actId="27636"/>
          <ac:spMkLst>
            <pc:docMk/>
            <pc:sldMk cId="0" sldId="338"/>
            <ac:spMk id="2" creationId="{00000000-0000-0000-0000-000000000000}"/>
          </ac:spMkLst>
        </pc:spChg>
      </pc:sldChg>
      <pc:sldChg chg="modSp mod">
        <pc:chgData name="Orkhan Mammadov" userId="4a5423ba-2505-4ca1-97e0-21fd08c15f59" providerId="ADAL" clId="{5B1DB098-9CA8-4153-A74A-E12799B14FF9}" dt="2023-05-23T13:55:26.133" v="35" actId="27636"/>
        <pc:sldMkLst>
          <pc:docMk/>
          <pc:sldMk cId="0" sldId="339"/>
        </pc:sldMkLst>
        <pc:spChg chg="mod">
          <ac:chgData name="Orkhan Mammadov" userId="4a5423ba-2505-4ca1-97e0-21fd08c15f59" providerId="ADAL" clId="{5B1DB098-9CA8-4153-A74A-E12799B14FF9}" dt="2023-05-23T13:55:26.133" v="35" actId="27636"/>
          <ac:spMkLst>
            <pc:docMk/>
            <pc:sldMk cId="0" sldId="339"/>
            <ac:spMk id="2" creationId="{00000000-0000-0000-0000-000000000000}"/>
          </ac:spMkLst>
        </pc:spChg>
      </pc:sldChg>
      <pc:sldChg chg="modSp mod">
        <pc:chgData name="Orkhan Mammadov" userId="4a5423ba-2505-4ca1-97e0-21fd08c15f59" providerId="ADAL" clId="{5B1DB098-9CA8-4153-A74A-E12799B14FF9}" dt="2023-05-23T13:55:29.771" v="37" actId="27636"/>
        <pc:sldMkLst>
          <pc:docMk/>
          <pc:sldMk cId="0" sldId="340"/>
        </pc:sldMkLst>
        <pc:spChg chg="mod">
          <ac:chgData name="Orkhan Mammadov" userId="4a5423ba-2505-4ca1-97e0-21fd08c15f59" providerId="ADAL" clId="{5B1DB098-9CA8-4153-A74A-E12799B14FF9}" dt="2023-05-23T13:55:29.771" v="37" actId="27636"/>
          <ac:spMkLst>
            <pc:docMk/>
            <pc:sldMk cId="0" sldId="340"/>
            <ac:spMk id="2" creationId="{00000000-0000-0000-0000-000000000000}"/>
          </ac:spMkLst>
        </pc:spChg>
      </pc:sldChg>
      <pc:sldChg chg="modSp mod">
        <pc:chgData name="Orkhan Mammadov" userId="4a5423ba-2505-4ca1-97e0-21fd08c15f59" providerId="ADAL" clId="{5B1DB098-9CA8-4153-A74A-E12799B14FF9}" dt="2023-05-23T13:55:32.657" v="39" actId="27636"/>
        <pc:sldMkLst>
          <pc:docMk/>
          <pc:sldMk cId="0" sldId="341"/>
        </pc:sldMkLst>
        <pc:spChg chg="mod">
          <ac:chgData name="Orkhan Mammadov" userId="4a5423ba-2505-4ca1-97e0-21fd08c15f59" providerId="ADAL" clId="{5B1DB098-9CA8-4153-A74A-E12799B14FF9}" dt="2023-05-23T13:55:32.657" v="39" actId="27636"/>
          <ac:spMkLst>
            <pc:docMk/>
            <pc:sldMk cId="0" sldId="341"/>
            <ac:spMk id="2" creationId="{00000000-0000-0000-0000-000000000000}"/>
          </ac:spMkLst>
        </pc:spChg>
      </pc:sldChg>
      <pc:sldChg chg="modSp mod">
        <pc:chgData name="Orkhan Mammadov" userId="4a5423ba-2505-4ca1-97e0-21fd08c15f59" providerId="ADAL" clId="{5B1DB098-9CA8-4153-A74A-E12799B14FF9}" dt="2023-05-23T13:55:36.343" v="41" actId="27636"/>
        <pc:sldMkLst>
          <pc:docMk/>
          <pc:sldMk cId="0" sldId="343"/>
        </pc:sldMkLst>
        <pc:spChg chg="mod">
          <ac:chgData name="Orkhan Mammadov" userId="4a5423ba-2505-4ca1-97e0-21fd08c15f59" providerId="ADAL" clId="{5B1DB098-9CA8-4153-A74A-E12799B14FF9}" dt="2023-05-23T13:55:36.343" v="41" actId="27636"/>
          <ac:spMkLst>
            <pc:docMk/>
            <pc:sldMk cId="0" sldId="343"/>
            <ac:spMk id="2" creationId="{00000000-0000-0000-0000-000000000000}"/>
          </ac:spMkLst>
        </pc:spChg>
      </pc:sldChg>
      <pc:sldChg chg="modSp mod">
        <pc:chgData name="Orkhan Mammadov" userId="4a5423ba-2505-4ca1-97e0-21fd08c15f59" providerId="ADAL" clId="{5B1DB098-9CA8-4153-A74A-E12799B14FF9}" dt="2023-05-23T13:55:40.130" v="43" actId="27636"/>
        <pc:sldMkLst>
          <pc:docMk/>
          <pc:sldMk cId="0" sldId="345"/>
        </pc:sldMkLst>
        <pc:spChg chg="mod">
          <ac:chgData name="Orkhan Mammadov" userId="4a5423ba-2505-4ca1-97e0-21fd08c15f59" providerId="ADAL" clId="{5B1DB098-9CA8-4153-A74A-E12799B14FF9}" dt="2023-05-23T13:55:40.130" v="43" actId="27636"/>
          <ac:spMkLst>
            <pc:docMk/>
            <pc:sldMk cId="0" sldId="345"/>
            <ac:spMk id="2" creationId="{00000000-0000-0000-0000-000000000000}"/>
          </ac:spMkLst>
        </pc:spChg>
      </pc:sldChg>
      <pc:sldChg chg="modSp mod">
        <pc:chgData name="Orkhan Mammadov" userId="4a5423ba-2505-4ca1-97e0-21fd08c15f59" providerId="ADAL" clId="{5B1DB098-9CA8-4153-A74A-E12799B14FF9}" dt="2023-05-23T13:55:44.371" v="45" actId="27636"/>
        <pc:sldMkLst>
          <pc:docMk/>
          <pc:sldMk cId="0" sldId="346"/>
        </pc:sldMkLst>
        <pc:spChg chg="mod">
          <ac:chgData name="Orkhan Mammadov" userId="4a5423ba-2505-4ca1-97e0-21fd08c15f59" providerId="ADAL" clId="{5B1DB098-9CA8-4153-A74A-E12799B14FF9}" dt="2023-05-23T13:55:44.371" v="45" actId="27636"/>
          <ac:spMkLst>
            <pc:docMk/>
            <pc:sldMk cId="0" sldId="346"/>
            <ac:spMk id="2" creationId="{00000000-0000-0000-0000-000000000000}"/>
          </ac:spMkLst>
        </pc:spChg>
      </pc:sldChg>
      <pc:sldChg chg="modSp">
        <pc:chgData name="Orkhan Mammadov" userId="4a5423ba-2505-4ca1-97e0-21fd08c15f59" providerId="ADAL" clId="{5B1DB098-9CA8-4153-A74A-E12799B14FF9}" dt="2023-05-23T13:51:15.640" v="0"/>
        <pc:sldMkLst>
          <pc:docMk/>
          <pc:sldMk cId="0" sldId="347"/>
        </pc:sldMkLst>
        <pc:spChg chg="mod">
          <ac:chgData name="Orkhan Mammadov" userId="4a5423ba-2505-4ca1-97e0-21fd08c15f59" providerId="ADAL" clId="{5B1DB098-9CA8-4153-A74A-E12799B14FF9}" dt="2023-05-23T13:51:15.640" v="0"/>
          <ac:spMkLst>
            <pc:docMk/>
            <pc:sldMk cId="0" sldId="347"/>
            <ac:spMk id="2" creationId="{00000000-0000-0000-0000-000000000000}"/>
          </ac:spMkLst>
        </pc:spChg>
      </pc:sldChg>
      <pc:sldChg chg="modSp mod">
        <pc:chgData name="Orkhan Mammadov" userId="4a5423ba-2505-4ca1-97e0-21fd08c15f59" providerId="ADAL" clId="{5B1DB098-9CA8-4153-A74A-E12799B14FF9}" dt="2023-05-23T13:55:47.392" v="47" actId="27636"/>
        <pc:sldMkLst>
          <pc:docMk/>
          <pc:sldMk cId="0" sldId="349"/>
        </pc:sldMkLst>
        <pc:spChg chg="mod">
          <ac:chgData name="Orkhan Mammadov" userId="4a5423ba-2505-4ca1-97e0-21fd08c15f59" providerId="ADAL" clId="{5B1DB098-9CA8-4153-A74A-E12799B14FF9}" dt="2023-05-23T13:55:47.392" v="47" actId="27636"/>
          <ac:spMkLst>
            <pc:docMk/>
            <pc:sldMk cId="0" sldId="349"/>
            <ac:spMk id="2" creationId="{00000000-0000-0000-0000-000000000000}"/>
          </ac:spMkLst>
        </pc:spChg>
      </pc:sldChg>
      <pc:sldChg chg="modSp mod">
        <pc:chgData name="Orkhan Mammadov" userId="4a5423ba-2505-4ca1-97e0-21fd08c15f59" providerId="ADAL" clId="{5B1DB098-9CA8-4153-A74A-E12799B14FF9}" dt="2023-05-23T13:55:51.440" v="49" actId="27636"/>
        <pc:sldMkLst>
          <pc:docMk/>
          <pc:sldMk cId="0" sldId="350"/>
        </pc:sldMkLst>
        <pc:spChg chg="mod">
          <ac:chgData name="Orkhan Mammadov" userId="4a5423ba-2505-4ca1-97e0-21fd08c15f59" providerId="ADAL" clId="{5B1DB098-9CA8-4153-A74A-E12799B14FF9}" dt="2023-05-23T13:55:51.440" v="49" actId="27636"/>
          <ac:spMkLst>
            <pc:docMk/>
            <pc:sldMk cId="0" sldId="350"/>
            <ac:spMk id="2" creationId="{00000000-0000-0000-0000-000000000000}"/>
          </ac:spMkLst>
        </pc:spChg>
      </pc:sldChg>
      <pc:sldChg chg="modSp mod">
        <pc:chgData name="Orkhan Mammadov" userId="4a5423ba-2505-4ca1-97e0-21fd08c15f59" providerId="ADAL" clId="{5B1DB098-9CA8-4153-A74A-E12799B14FF9}" dt="2023-05-23T13:55:54.905" v="51" actId="27636"/>
        <pc:sldMkLst>
          <pc:docMk/>
          <pc:sldMk cId="0" sldId="351"/>
        </pc:sldMkLst>
        <pc:spChg chg="mod">
          <ac:chgData name="Orkhan Mammadov" userId="4a5423ba-2505-4ca1-97e0-21fd08c15f59" providerId="ADAL" clId="{5B1DB098-9CA8-4153-A74A-E12799B14FF9}" dt="2023-05-23T13:55:54.905" v="51" actId="27636"/>
          <ac:spMkLst>
            <pc:docMk/>
            <pc:sldMk cId="0" sldId="351"/>
            <ac:spMk id="2" creationId="{00000000-0000-0000-0000-000000000000}"/>
          </ac:spMkLst>
        </pc:spChg>
      </pc:sldChg>
      <pc:sldChg chg="modSp mod">
        <pc:chgData name="Orkhan Mammadov" userId="4a5423ba-2505-4ca1-97e0-21fd08c15f59" providerId="ADAL" clId="{5B1DB098-9CA8-4153-A74A-E12799B14FF9}" dt="2023-05-23T13:56:19.114" v="124" actId="20577"/>
        <pc:sldMkLst>
          <pc:docMk/>
          <pc:sldMk cId="0" sldId="352"/>
        </pc:sldMkLst>
        <pc:spChg chg="mod">
          <ac:chgData name="Orkhan Mammadov" userId="4a5423ba-2505-4ca1-97e0-21fd08c15f59" providerId="ADAL" clId="{5B1DB098-9CA8-4153-A74A-E12799B14FF9}" dt="2023-05-23T13:55:58.331" v="53" actId="27636"/>
          <ac:spMkLst>
            <pc:docMk/>
            <pc:sldMk cId="0" sldId="352"/>
            <ac:spMk id="2" creationId="{00000000-0000-0000-0000-000000000000}"/>
          </ac:spMkLst>
        </pc:spChg>
        <pc:spChg chg="mod">
          <ac:chgData name="Orkhan Mammadov" userId="4a5423ba-2505-4ca1-97e0-21fd08c15f59" providerId="ADAL" clId="{5B1DB098-9CA8-4153-A74A-E12799B14FF9}" dt="2023-05-23T13:56:19.114" v="124" actId="20577"/>
          <ac:spMkLst>
            <pc:docMk/>
            <pc:sldMk cId="0" sldId="352"/>
            <ac:spMk id="32770" creationId="{00000000-0000-0000-0000-000000000000}"/>
          </ac:spMkLst>
        </pc:spChg>
      </pc:sldChg>
      <pc:sldChg chg="modSp mod">
        <pc:chgData name="Orkhan Mammadov" userId="4a5423ba-2505-4ca1-97e0-21fd08c15f59" providerId="ADAL" clId="{5B1DB098-9CA8-4153-A74A-E12799B14FF9}" dt="2023-05-23T13:56:24.394" v="126" actId="27636"/>
        <pc:sldMkLst>
          <pc:docMk/>
          <pc:sldMk cId="0" sldId="353"/>
        </pc:sldMkLst>
        <pc:spChg chg="mod">
          <ac:chgData name="Orkhan Mammadov" userId="4a5423ba-2505-4ca1-97e0-21fd08c15f59" providerId="ADAL" clId="{5B1DB098-9CA8-4153-A74A-E12799B14FF9}" dt="2023-05-23T13:56:24.394" v="126" actId="27636"/>
          <ac:spMkLst>
            <pc:docMk/>
            <pc:sldMk cId="0" sldId="353"/>
            <ac:spMk id="2" creationId="{00000000-0000-0000-0000-000000000000}"/>
          </ac:spMkLst>
        </pc:spChg>
      </pc:sldChg>
      <pc:sldChg chg="modSp mod">
        <pc:chgData name="Orkhan Mammadov" userId="4a5423ba-2505-4ca1-97e0-21fd08c15f59" providerId="ADAL" clId="{5B1DB098-9CA8-4153-A74A-E12799B14FF9}" dt="2023-05-23T13:56:31.439" v="130" actId="27636"/>
        <pc:sldMkLst>
          <pc:docMk/>
          <pc:sldMk cId="0" sldId="354"/>
        </pc:sldMkLst>
        <pc:spChg chg="mod">
          <ac:chgData name="Orkhan Mammadov" userId="4a5423ba-2505-4ca1-97e0-21fd08c15f59" providerId="ADAL" clId="{5B1DB098-9CA8-4153-A74A-E12799B14FF9}" dt="2023-05-23T13:56:31.439" v="130" actId="27636"/>
          <ac:spMkLst>
            <pc:docMk/>
            <pc:sldMk cId="0" sldId="354"/>
            <ac:spMk id="2" creationId="{00000000-0000-0000-0000-000000000000}"/>
          </ac:spMkLst>
        </pc:spChg>
      </pc:sldChg>
      <pc:sldChg chg="modSp mod">
        <pc:chgData name="Orkhan Mammadov" userId="4a5423ba-2505-4ca1-97e0-21fd08c15f59" providerId="ADAL" clId="{5B1DB098-9CA8-4153-A74A-E12799B14FF9}" dt="2023-05-23T13:56:28.209" v="128" actId="27636"/>
        <pc:sldMkLst>
          <pc:docMk/>
          <pc:sldMk cId="0" sldId="355"/>
        </pc:sldMkLst>
        <pc:spChg chg="mod">
          <ac:chgData name="Orkhan Mammadov" userId="4a5423ba-2505-4ca1-97e0-21fd08c15f59" providerId="ADAL" clId="{5B1DB098-9CA8-4153-A74A-E12799B14FF9}" dt="2023-05-23T13:56:28.209" v="128" actId="27636"/>
          <ac:spMkLst>
            <pc:docMk/>
            <pc:sldMk cId="0" sldId="355"/>
            <ac:spMk id="2" creationId="{00000000-0000-0000-0000-000000000000}"/>
          </ac:spMkLst>
        </pc:spChg>
      </pc:sldChg>
      <pc:sldChg chg="modSp mod">
        <pc:chgData name="Orkhan Mammadov" userId="4a5423ba-2505-4ca1-97e0-21fd08c15f59" providerId="ADAL" clId="{5B1DB098-9CA8-4153-A74A-E12799B14FF9}" dt="2023-05-23T13:56:36.727" v="134" actId="20577"/>
        <pc:sldMkLst>
          <pc:docMk/>
          <pc:sldMk cId="0" sldId="358"/>
        </pc:sldMkLst>
        <pc:spChg chg="mod">
          <ac:chgData name="Orkhan Mammadov" userId="4a5423ba-2505-4ca1-97e0-21fd08c15f59" providerId="ADAL" clId="{5B1DB098-9CA8-4153-A74A-E12799B14FF9}" dt="2023-05-23T13:56:36.727" v="134" actId="20577"/>
          <ac:spMkLst>
            <pc:docMk/>
            <pc:sldMk cId="0" sldId="358"/>
            <ac:spMk id="2" creationId="{00000000-0000-0000-0000-000000000000}"/>
          </ac:spMkLst>
        </pc:spChg>
      </pc:sldChg>
      <pc:sldChg chg="modSp mod">
        <pc:chgData name="Orkhan Mammadov" userId="4a5423ba-2505-4ca1-97e0-21fd08c15f59" providerId="ADAL" clId="{5B1DB098-9CA8-4153-A74A-E12799B14FF9}" dt="2023-05-23T13:56:40.295" v="136" actId="27636"/>
        <pc:sldMkLst>
          <pc:docMk/>
          <pc:sldMk cId="0" sldId="359"/>
        </pc:sldMkLst>
        <pc:spChg chg="mod">
          <ac:chgData name="Orkhan Mammadov" userId="4a5423ba-2505-4ca1-97e0-21fd08c15f59" providerId="ADAL" clId="{5B1DB098-9CA8-4153-A74A-E12799B14FF9}" dt="2023-05-23T13:56:40.295" v="136" actId="27636"/>
          <ac:spMkLst>
            <pc:docMk/>
            <pc:sldMk cId="0" sldId="359"/>
            <ac:spMk id="2" creationId="{00000000-0000-0000-0000-000000000000}"/>
          </ac:spMkLst>
        </pc:spChg>
      </pc:sldChg>
      <pc:sldChg chg="modSp del mod">
        <pc:chgData name="Orkhan Mammadov" userId="4a5423ba-2505-4ca1-97e0-21fd08c15f59" providerId="ADAL" clId="{5B1DB098-9CA8-4153-A74A-E12799B14FF9}" dt="2023-05-23T13:56:47.423" v="139" actId="47"/>
        <pc:sldMkLst>
          <pc:docMk/>
          <pc:sldMk cId="0" sldId="363"/>
        </pc:sldMkLst>
        <pc:spChg chg="mod">
          <ac:chgData name="Orkhan Mammadov" userId="4a5423ba-2505-4ca1-97e0-21fd08c15f59" providerId="ADAL" clId="{5B1DB098-9CA8-4153-A74A-E12799B14FF9}" dt="2023-05-23T13:56:44.327" v="138" actId="27636"/>
          <ac:spMkLst>
            <pc:docMk/>
            <pc:sldMk cId="0" sldId="363"/>
            <ac:spMk id="2" creationId="{00000000-0000-0000-0000-000000000000}"/>
          </ac:spMkLst>
        </pc:spChg>
      </pc:sldChg>
      <pc:sldChg chg="modSp del">
        <pc:chgData name="Orkhan Mammadov" userId="4a5423ba-2505-4ca1-97e0-21fd08c15f59" providerId="ADAL" clId="{5B1DB098-9CA8-4153-A74A-E12799B14FF9}" dt="2023-05-23T13:56:52.444" v="140" actId="47"/>
        <pc:sldMkLst>
          <pc:docMk/>
          <pc:sldMk cId="0" sldId="364"/>
        </pc:sldMkLst>
        <pc:spChg chg="mod">
          <ac:chgData name="Orkhan Mammadov" userId="4a5423ba-2505-4ca1-97e0-21fd08c15f59" providerId="ADAL" clId="{5B1DB098-9CA8-4153-A74A-E12799B14FF9}" dt="2023-05-23T13:51:15.640" v="0"/>
          <ac:spMkLst>
            <pc:docMk/>
            <pc:sldMk cId="0" sldId="364"/>
            <ac:spMk id="2" creationId="{00000000-0000-0000-0000-000000000000}"/>
          </ac:spMkLst>
        </pc:spChg>
      </pc:sldChg>
      <pc:sldChg chg="modSp mod">
        <pc:chgData name="Orkhan Mammadov" userId="4a5423ba-2505-4ca1-97e0-21fd08c15f59" providerId="ADAL" clId="{5B1DB098-9CA8-4153-A74A-E12799B14FF9}" dt="2023-05-23T13:56:56.085" v="142" actId="27636"/>
        <pc:sldMkLst>
          <pc:docMk/>
          <pc:sldMk cId="0" sldId="365"/>
        </pc:sldMkLst>
        <pc:spChg chg="mod">
          <ac:chgData name="Orkhan Mammadov" userId="4a5423ba-2505-4ca1-97e0-21fd08c15f59" providerId="ADAL" clId="{5B1DB098-9CA8-4153-A74A-E12799B14FF9}" dt="2023-05-23T13:56:56.085" v="142" actId="27636"/>
          <ac:spMkLst>
            <pc:docMk/>
            <pc:sldMk cId="0" sldId="365"/>
            <ac:spMk id="2" creationId="{00000000-0000-0000-0000-000000000000}"/>
          </ac:spMkLst>
        </pc:spChg>
      </pc:sldChg>
      <pc:sldChg chg="modSp mod">
        <pc:chgData name="Orkhan Mammadov" userId="4a5423ba-2505-4ca1-97e0-21fd08c15f59" providerId="ADAL" clId="{5B1DB098-9CA8-4153-A74A-E12799B14FF9}" dt="2023-05-23T13:57:00.025" v="144" actId="27636"/>
        <pc:sldMkLst>
          <pc:docMk/>
          <pc:sldMk cId="0" sldId="367"/>
        </pc:sldMkLst>
        <pc:spChg chg="mod">
          <ac:chgData name="Orkhan Mammadov" userId="4a5423ba-2505-4ca1-97e0-21fd08c15f59" providerId="ADAL" clId="{5B1DB098-9CA8-4153-A74A-E12799B14FF9}" dt="2023-05-23T13:57:00.025" v="144" actId="27636"/>
          <ac:spMkLst>
            <pc:docMk/>
            <pc:sldMk cId="0" sldId="367"/>
            <ac:spMk id="2" creationId="{00000000-0000-0000-0000-000000000000}"/>
          </ac:spMkLst>
        </pc:spChg>
      </pc:sldChg>
      <pc:sldChg chg="modSp">
        <pc:chgData name="Orkhan Mammadov" userId="4a5423ba-2505-4ca1-97e0-21fd08c15f59" providerId="ADAL" clId="{5B1DB098-9CA8-4153-A74A-E12799B14FF9}" dt="2023-05-23T13:51:15.640" v="0"/>
        <pc:sldMkLst>
          <pc:docMk/>
          <pc:sldMk cId="0" sldId="368"/>
        </pc:sldMkLst>
        <pc:spChg chg="mod">
          <ac:chgData name="Orkhan Mammadov" userId="4a5423ba-2505-4ca1-97e0-21fd08c15f59" providerId="ADAL" clId="{5B1DB098-9CA8-4153-A74A-E12799B14FF9}" dt="2023-05-23T13:51:15.640" v="0"/>
          <ac:spMkLst>
            <pc:docMk/>
            <pc:sldMk cId="0" sldId="368"/>
            <ac:spMk id="2" creationId="{00000000-0000-0000-0000-000000000000}"/>
          </ac:spMkLst>
        </pc:spChg>
      </pc:sldChg>
      <pc:sldChg chg="modSp mod">
        <pc:chgData name="Orkhan Mammadov" userId="4a5423ba-2505-4ca1-97e0-21fd08c15f59" providerId="ADAL" clId="{5B1DB098-9CA8-4153-A74A-E12799B14FF9}" dt="2023-05-23T13:57:05.047" v="146" actId="27636"/>
        <pc:sldMkLst>
          <pc:docMk/>
          <pc:sldMk cId="0" sldId="369"/>
        </pc:sldMkLst>
        <pc:spChg chg="mod">
          <ac:chgData name="Orkhan Mammadov" userId="4a5423ba-2505-4ca1-97e0-21fd08c15f59" providerId="ADAL" clId="{5B1DB098-9CA8-4153-A74A-E12799B14FF9}" dt="2023-05-23T13:57:05.047" v="146" actId="27636"/>
          <ac:spMkLst>
            <pc:docMk/>
            <pc:sldMk cId="0" sldId="369"/>
            <ac:spMk id="2" creationId="{00000000-0000-0000-0000-000000000000}"/>
          </ac:spMkLst>
        </pc:spChg>
      </pc:sldChg>
      <pc:sldChg chg="modSp mod">
        <pc:chgData name="Orkhan Mammadov" userId="4a5423ba-2505-4ca1-97e0-21fd08c15f59" providerId="ADAL" clId="{5B1DB098-9CA8-4153-A74A-E12799B14FF9}" dt="2023-05-23T13:57:15.345" v="148" actId="14100"/>
        <pc:sldMkLst>
          <pc:docMk/>
          <pc:sldMk cId="0" sldId="370"/>
        </pc:sldMkLst>
        <pc:spChg chg="mod">
          <ac:chgData name="Orkhan Mammadov" userId="4a5423ba-2505-4ca1-97e0-21fd08c15f59" providerId="ADAL" clId="{5B1DB098-9CA8-4153-A74A-E12799B14FF9}" dt="2023-05-23T13:57:15.345" v="148" actId="14100"/>
          <ac:spMkLst>
            <pc:docMk/>
            <pc:sldMk cId="0" sldId="370"/>
            <ac:spMk id="2" creationId="{00000000-0000-0000-0000-000000000000}"/>
          </ac:spMkLst>
        </pc:spChg>
      </pc:sldChg>
      <pc:sldChg chg="modSp mod">
        <pc:chgData name="Orkhan Mammadov" userId="4a5423ba-2505-4ca1-97e0-21fd08c15f59" providerId="ADAL" clId="{5B1DB098-9CA8-4153-A74A-E12799B14FF9}" dt="2023-05-23T13:57:20.437" v="151" actId="27636"/>
        <pc:sldMkLst>
          <pc:docMk/>
          <pc:sldMk cId="0" sldId="372"/>
        </pc:sldMkLst>
        <pc:spChg chg="mod">
          <ac:chgData name="Orkhan Mammadov" userId="4a5423ba-2505-4ca1-97e0-21fd08c15f59" providerId="ADAL" clId="{5B1DB098-9CA8-4153-A74A-E12799B14FF9}" dt="2023-05-23T13:57:20.437" v="151" actId="27636"/>
          <ac:spMkLst>
            <pc:docMk/>
            <pc:sldMk cId="0" sldId="372"/>
            <ac:spMk id="2" creationId="{00000000-0000-0000-0000-000000000000}"/>
          </ac:spMkLst>
        </pc:spChg>
      </pc:sldChg>
      <pc:sldChg chg="modSp mod">
        <pc:chgData name="Orkhan Mammadov" userId="4a5423ba-2505-4ca1-97e0-21fd08c15f59" providerId="ADAL" clId="{5B1DB098-9CA8-4153-A74A-E12799B14FF9}" dt="2023-05-23T13:57:28.940" v="153" actId="14100"/>
        <pc:sldMkLst>
          <pc:docMk/>
          <pc:sldMk cId="0" sldId="373"/>
        </pc:sldMkLst>
        <pc:spChg chg="mod">
          <ac:chgData name="Orkhan Mammadov" userId="4a5423ba-2505-4ca1-97e0-21fd08c15f59" providerId="ADAL" clId="{5B1DB098-9CA8-4153-A74A-E12799B14FF9}" dt="2023-05-23T13:57:28.940" v="153" actId="14100"/>
          <ac:spMkLst>
            <pc:docMk/>
            <pc:sldMk cId="0" sldId="373"/>
            <ac:spMk id="2" creationId="{00000000-0000-0000-0000-000000000000}"/>
          </ac:spMkLst>
        </pc:spChg>
      </pc:sldChg>
      <pc:sldChg chg="modSp mod">
        <pc:chgData name="Orkhan Mammadov" userId="4a5423ba-2505-4ca1-97e0-21fd08c15f59" providerId="ADAL" clId="{5B1DB098-9CA8-4153-A74A-E12799B14FF9}" dt="2023-05-23T13:57:32.485" v="155" actId="27636"/>
        <pc:sldMkLst>
          <pc:docMk/>
          <pc:sldMk cId="0" sldId="375"/>
        </pc:sldMkLst>
        <pc:spChg chg="mod">
          <ac:chgData name="Orkhan Mammadov" userId="4a5423ba-2505-4ca1-97e0-21fd08c15f59" providerId="ADAL" clId="{5B1DB098-9CA8-4153-A74A-E12799B14FF9}" dt="2023-05-23T13:57:32.485" v="155" actId="27636"/>
          <ac:spMkLst>
            <pc:docMk/>
            <pc:sldMk cId="0" sldId="375"/>
            <ac:spMk id="2" creationId="{00000000-0000-0000-0000-000000000000}"/>
          </ac:spMkLst>
        </pc:spChg>
      </pc:sldChg>
      <pc:sldChg chg="modSp">
        <pc:chgData name="Orkhan Mammadov" userId="4a5423ba-2505-4ca1-97e0-21fd08c15f59" providerId="ADAL" clId="{5B1DB098-9CA8-4153-A74A-E12799B14FF9}" dt="2023-05-23T13:51:15.640" v="0"/>
        <pc:sldMkLst>
          <pc:docMk/>
          <pc:sldMk cId="0" sldId="376"/>
        </pc:sldMkLst>
        <pc:spChg chg="mod">
          <ac:chgData name="Orkhan Mammadov" userId="4a5423ba-2505-4ca1-97e0-21fd08c15f59" providerId="ADAL" clId="{5B1DB098-9CA8-4153-A74A-E12799B14FF9}" dt="2023-05-23T13:51:15.640" v="0"/>
          <ac:spMkLst>
            <pc:docMk/>
            <pc:sldMk cId="0" sldId="376"/>
            <ac:spMk id="2" creationId="{00000000-0000-0000-0000-000000000000}"/>
          </ac:spMkLst>
        </pc:spChg>
      </pc:sldChg>
      <pc:sldChg chg="addSp delSp modSp mod setBg addAnim">
        <pc:chgData name="Orkhan Mammadov" userId="4a5423ba-2505-4ca1-97e0-21fd08c15f59" providerId="ADAL" clId="{5B1DB098-9CA8-4153-A74A-E12799B14FF9}" dt="2023-05-23T13:54:24.837" v="13" actId="478"/>
        <pc:sldMkLst>
          <pc:docMk/>
          <pc:sldMk cId="0" sldId="383"/>
        </pc:sldMkLst>
        <pc:spChg chg="mod">
          <ac:chgData name="Orkhan Mammadov" userId="4a5423ba-2505-4ca1-97e0-21fd08c15f59" providerId="ADAL" clId="{5B1DB098-9CA8-4153-A74A-E12799B14FF9}" dt="2023-05-23T13:54:01.561" v="1" actId="26606"/>
          <ac:spMkLst>
            <pc:docMk/>
            <pc:sldMk cId="0" sldId="383"/>
            <ac:spMk id="2" creationId="{00000000-0000-0000-0000-000000000000}"/>
          </ac:spMkLst>
        </pc:spChg>
        <pc:spChg chg="mod">
          <ac:chgData name="Orkhan Mammadov" userId="4a5423ba-2505-4ca1-97e0-21fd08c15f59" providerId="ADAL" clId="{5B1DB098-9CA8-4153-A74A-E12799B14FF9}" dt="2023-05-23T13:54:01.561" v="1" actId="26606"/>
          <ac:spMkLst>
            <pc:docMk/>
            <pc:sldMk cId="0" sldId="383"/>
            <ac:spMk id="5123" creationId="{00000000-0000-0000-0000-000000000000}"/>
          </ac:spMkLst>
        </pc:spChg>
        <pc:spChg chg="add">
          <ac:chgData name="Orkhan Mammadov" userId="4a5423ba-2505-4ca1-97e0-21fd08c15f59" providerId="ADAL" clId="{5B1DB098-9CA8-4153-A74A-E12799B14FF9}" dt="2023-05-23T13:54:01.561" v="1" actId="26606"/>
          <ac:spMkLst>
            <pc:docMk/>
            <pc:sldMk cId="0" sldId="383"/>
            <ac:spMk id="5129" creationId="{790A1E90-3420-4E7F-8D18-A985859ECBC6}"/>
          </ac:spMkLst>
        </pc:spChg>
        <pc:picChg chg="del mod">
          <ac:chgData name="Orkhan Mammadov" userId="4a5423ba-2505-4ca1-97e0-21fd08c15f59" providerId="ADAL" clId="{5B1DB098-9CA8-4153-A74A-E12799B14FF9}" dt="2023-05-23T13:54:24.837" v="13" actId="478"/>
          <ac:picMkLst>
            <pc:docMk/>
            <pc:sldMk cId="0" sldId="383"/>
            <ac:picMk id="5124" creationId="{00000000-0000-0000-0000-000000000000}"/>
          </ac:picMkLst>
        </pc:picChg>
        <pc:cxnChg chg="add">
          <ac:chgData name="Orkhan Mammadov" userId="4a5423ba-2505-4ca1-97e0-21fd08c15f59" providerId="ADAL" clId="{5B1DB098-9CA8-4153-A74A-E12799B14FF9}" dt="2023-05-23T13:54:01.561" v="1" actId="26606"/>
          <ac:cxnSpMkLst>
            <pc:docMk/>
            <pc:sldMk cId="0" sldId="383"/>
            <ac:cxnSpMk id="5131" creationId="{5A2EF18F-64E2-4A61-9F14-EF81380575F2}"/>
          </ac:cxnSpMkLst>
        </pc:cxnChg>
      </pc:sldChg>
      <pc:sldChg chg="modSp mod">
        <pc:chgData name="Orkhan Mammadov" userId="4a5423ba-2505-4ca1-97e0-21fd08c15f59" providerId="ADAL" clId="{5B1DB098-9CA8-4153-A74A-E12799B14FF9}" dt="2023-05-23T13:54:33.880" v="20" actId="6549"/>
        <pc:sldMkLst>
          <pc:docMk/>
          <pc:sldMk cId="0" sldId="384"/>
        </pc:sldMkLst>
        <pc:spChg chg="mod">
          <ac:chgData name="Orkhan Mammadov" userId="4a5423ba-2505-4ca1-97e0-21fd08c15f59" providerId="ADAL" clId="{5B1DB098-9CA8-4153-A74A-E12799B14FF9}" dt="2023-05-23T13:51:15.640" v="0"/>
          <ac:spMkLst>
            <pc:docMk/>
            <pc:sldMk cId="0" sldId="384"/>
            <ac:spMk id="148482" creationId="{00000000-0000-0000-0000-000000000000}"/>
          </ac:spMkLst>
        </pc:spChg>
        <pc:graphicFrameChg chg="modGraphic">
          <ac:chgData name="Orkhan Mammadov" userId="4a5423ba-2505-4ca1-97e0-21fd08c15f59" providerId="ADAL" clId="{5B1DB098-9CA8-4153-A74A-E12799B14FF9}" dt="2023-05-23T13:54:33.880" v="20" actId="6549"/>
          <ac:graphicFrameMkLst>
            <pc:docMk/>
            <pc:sldMk cId="0" sldId="384"/>
            <ac:graphicFrameMk id="2" creationId="{00000000-0000-0000-0000-000000000000}"/>
          </ac:graphicFrameMkLst>
        </pc:graphicFrameChg>
      </pc:sldChg>
      <pc:sldChg chg="modSp del">
        <pc:chgData name="Orkhan Mammadov" userId="4a5423ba-2505-4ca1-97e0-21fd08c15f59" providerId="ADAL" clId="{5B1DB098-9CA8-4153-A74A-E12799B14FF9}" dt="2023-05-23T13:57:35.924" v="156" actId="47"/>
        <pc:sldMkLst>
          <pc:docMk/>
          <pc:sldMk cId="0" sldId="385"/>
        </pc:sldMkLst>
        <pc:spChg chg="mod">
          <ac:chgData name="Orkhan Mammadov" userId="4a5423ba-2505-4ca1-97e0-21fd08c15f59" providerId="ADAL" clId="{5B1DB098-9CA8-4153-A74A-E12799B14FF9}" dt="2023-05-23T13:51:15.640" v="0"/>
          <ac:spMkLst>
            <pc:docMk/>
            <pc:sldMk cId="0" sldId="385"/>
            <ac:spMk id="2" creationId="{00000000-0000-0000-0000-000000000000}"/>
          </ac:spMkLst>
        </pc:spChg>
        <pc:spChg chg="mod">
          <ac:chgData name="Orkhan Mammadov" userId="4a5423ba-2505-4ca1-97e0-21fd08c15f59" providerId="ADAL" clId="{5B1DB098-9CA8-4153-A74A-E12799B14FF9}" dt="2023-05-23T13:51:15.640" v="0"/>
          <ac:spMkLst>
            <pc:docMk/>
            <pc:sldMk cId="0" sldId="385"/>
            <ac:spMk id="3" creationId="{00000000-0000-0000-0000-000000000000}"/>
          </ac:spMkLst>
        </pc:spChg>
      </pc:sldChg>
      <pc:sldChg chg="modSp del">
        <pc:chgData name="Orkhan Mammadov" userId="4a5423ba-2505-4ca1-97e0-21fd08c15f59" providerId="ADAL" clId="{5B1DB098-9CA8-4153-A74A-E12799B14FF9}" dt="2023-05-23T13:57:17.293" v="149" actId="47"/>
        <pc:sldMkLst>
          <pc:docMk/>
          <pc:sldMk cId="4170872601" sldId="387"/>
        </pc:sldMkLst>
        <pc:spChg chg="mod">
          <ac:chgData name="Orkhan Mammadov" userId="4a5423ba-2505-4ca1-97e0-21fd08c15f59" providerId="ADAL" clId="{5B1DB098-9CA8-4153-A74A-E12799B14FF9}" dt="2023-05-23T13:51:15.640" v="0"/>
          <ac:spMkLst>
            <pc:docMk/>
            <pc:sldMk cId="4170872601" sldId="387"/>
            <ac:spMk id="2" creationId="{00000000-0000-0000-0000-000000000000}"/>
          </ac:spMkLst>
        </pc:spChg>
      </pc:sldChg>
      <pc:sldChg chg="modSp">
        <pc:chgData name="Orkhan Mammadov" userId="4a5423ba-2505-4ca1-97e0-21fd08c15f59" providerId="ADAL" clId="{5B1DB098-9CA8-4153-A74A-E12799B14FF9}" dt="2023-05-23T13:51:15.640" v="0"/>
        <pc:sldMkLst>
          <pc:docMk/>
          <pc:sldMk cId="1427198929" sldId="388"/>
        </pc:sldMkLst>
        <pc:spChg chg="mod">
          <ac:chgData name="Orkhan Mammadov" userId="4a5423ba-2505-4ca1-97e0-21fd08c15f59" providerId="ADAL" clId="{5B1DB098-9CA8-4153-A74A-E12799B14FF9}" dt="2023-05-23T13:51:15.640" v="0"/>
          <ac:spMkLst>
            <pc:docMk/>
            <pc:sldMk cId="1427198929" sldId="388"/>
            <ac:spMk id="2" creationId="{00000000-0000-0000-0000-000000000000}"/>
          </ac:spMkLst>
        </pc:spChg>
      </pc:sldChg>
      <pc:sldChg chg="modSp mod">
        <pc:chgData name="Orkhan Mammadov" userId="4a5423ba-2505-4ca1-97e0-21fd08c15f59" providerId="ADAL" clId="{5B1DB098-9CA8-4153-A74A-E12799B14FF9}" dt="2023-05-23T13:54:20.354" v="12" actId="20577"/>
        <pc:sldMkLst>
          <pc:docMk/>
          <pc:sldMk cId="3157319272" sldId="391"/>
        </pc:sldMkLst>
        <pc:spChg chg="mod">
          <ac:chgData name="Orkhan Mammadov" userId="4a5423ba-2505-4ca1-97e0-21fd08c15f59" providerId="ADAL" clId="{5B1DB098-9CA8-4153-A74A-E12799B14FF9}" dt="2023-05-23T13:51:15.640" v="0"/>
          <ac:spMkLst>
            <pc:docMk/>
            <pc:sldMk cId="3157319272" sldId="391"/>
            <ac:spMk id="2" creationId="{00000000-0000-0000-0000-000000000000}"/>
          </ac:spMkLst>
        </pc:spChg>
        <pc:graphicFrameChg chg="mod modGraphic">
          <ac:chgData name="Orkhan Mammadov" userId="4a5423ba-2505-4ca1-97e0-21fd08c15f59" providerId="ADAL" clId="{5B1DB098-9CA8-4153-A74A-E12799B14FF9}" dt="2023-05-23T13:54:20.354" v="12" actId="20577"/>
          <ac:graphicFrameMkLst>
            <pc:docMk/>
            <pc:sldMk cId="3157319272" sldId="391"/>
            <ac:graphicFrameMk id="11" creationId="{00000000-0000-0000-0000-000000000000}"/>
          </ac:graphicFrameMkLst>
        </pc:graphicFrameChg>
      </pc:sldChg>
      <pc:sldMasterChg chg="modTransition">
        <pc:chgData name="Orkhan Mammadov" userId="4a5423ba-2505-4ca1-97e0-21fd08c15f59" providerId="ADAL" clId="{5B1DB098-9CA8-4153-A74A-E12799B14FF9}" dt="2023-05-23T13:51:15.640" v="0"/>
        <pc:sldMasterMkLst>
          <pc:docMk/>
          <pc:sldMasterMk cId="3103543618" sldId="2147484235"/>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DE8E85DB-84A6-4F1E-AF1A-60CF6AB3C8EB}" type="datetimeFigureOut">
              <a:rPr lang="en-US"/>
              <a:pPr>
                <a:defRPr/>
              </a:pPr>
              <a:t>12/5/2023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C7890D6-692B-4834-A6A2-C48E746556FB}" type="slidenum">
              <a:rPr lang="en-US"/>
              <a:pPr>
                <a:defRPr/>
              </a:pPr>
              <a:t>‹#›</a:t>
            </a:fld>
            <a:endParaRPr lang="en-US"/>
          </a:p>
        </p:txBody>
      </p:sp>
    </p:spTree>
    <p:extLst>
      <p:ext uri="{BB962C8B-B14F-4D97-AF65-F5344CB8AC3E}">
        <p14:creationId xmlns:p14="http://schemas.microsoft.com/office/powerpoint/2010/main" val="1597333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971C9C8-82BF-4D33-A618-4C01AB7907ED}" type="slidenum">
              <a:rPr lang="en-US" smtClean="0">
                <a:solidFill>
                  <a:prstClr val="black"/>
                </a:solidFill>
                <a:latin typeface="Arial" panose="020B0604020202020204" pitchFamily="34" charset="0"/>
              </a:rPr>
              <a:pPr>
                <a:spcBef>
                  <a:spcPct val="0"/>
                </a:spcBef>
              </a:pPr>
              <a:t>1</a:t>
            </a:fld>
            <a:endParaRPr lang="en-US">
              <a:solidFill>
                <a:prstClr val="black"/>
              </a:solidFill>
              <a:latin typeface="Arial" panose="020B0604020202020204" pitchFamily="34" charset="0"/>
            </a:endParaRPr>
          </a:p>
        </p:txBody>
      </p:sp>
    </p:spTree>
    <p:extLst>
      <p:ext uri="{BB962C8B-B14F-4D97-AF65-F5344CB8AC3E}">
        <p14:creationId xmlns:p14="http://schemas.microsoft.com/office/powerpoint/2010/main" val="216969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a:t>
            </a: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2302924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6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C9B9193-389D-404D-BAFD-15B6D1FF5113}" type="slidenum">
              <a:rPr lang="en-US" altLang="en-US" smtClean="0">
                <a:solidFill>
                  <a:srgbClr val="000000"/>
                </a:solidFill>
                <a:latin typeface="Arial" panose="020B0604020202020204" pitchFamily="34" charset="0"/>
              </a:rPr>
              <a:pPr>
                <a:spcBef>
                  <a:spcPct val="0"/>
                </a:spcBef>
              </a:pPr>
              <a:t>3</a:t>
            </a:fld>
            <a:endParaRPr lang="en-US" altLang="en-US">
              <a:solidFill>
                <a:srgbClr val="000000"/>
              </a:solidFill>
              <a:latin typeface="Arial" panose="020B0604020202020204" pitchFamily="34" charset="0"/>
            </a:endParaRPr>
          </a:p>
        </p:txBody>
      </p:sp>
    </p:spTree>
    <p:extLst>
      <p:ext uri="{BB962C8B-B14F-4D97-AF65-F5344CB8AC3E}">
        <p14:creationId xmlns:p14="http://schemas.microsoft.com/office/powerpoint/2010/main" val="1423429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This should also be a review for the 70-642.</a:t>
            </a:r>
          </a:p>
          <a:p>
            <a:pPr eaLnBrk="1" hangingPunct="1"/>
            <a:endParaRPr lang="en-US" altLang="en-US"/>
          </a:p>
        </p:txBody>
      </p:sp>
    </p:spTree>
    <p:extLst>
      <p:ext uri="{BB962C8B-B14F-4D97-AF65-F5344CB8AC3E}">
        <p14:creationId xmlns:p14="http://schemas.microsoft.com/office/powerpoint/2010/main" val="907226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A computer is providing services and requesting services. </a:t>
            </a:r>
          </a:p>
          <a:p>
            <a:pPr eaLnBrk="1" hangingPunct="1"/>
            <a:r>
              <a:rPr lang="en-US" altLang="en-US"/>
              <a:t>While computers with Windows Server 2003 and Windows Server 2008 are designed to provide services, they can also request services from other computers. </a:t>
            </a:r>
          </a:p>
          <a:p>
            <a:pPr eaLnBrk="1" hangingPunct="1"/>
            <a:endParaRPr lang="en-US" altLang="en-US"/>
          </a:p>
          <a:p>
            <a:pPr eaLnBrk="1" hangingPunct="1"/>
            <a:endParaRPr lang="en-US" altLang="en-US"/>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DA09865-C008-4FAD-86CB-A90CEB1877D3}" type="slidenum">
              <a:rPr lang="en-US" altLang="en-US" smtClean="0">
                <a:latin typeface="Arial" panose="020B0604020202020204" pitchFamily="34" charset="0"/>
              </a:rPr>
              <a:pPr>
                <a:spcBef>
                  <a:spcPct val="0"/>
                </a:spcBef>
              </a:pPr>
              <a:t>5</a:t>
            </a:fld>
            <a:endParaRPr lang="en-US" altLang="en-US">
              <a:latin typeface="Arial" panose="020B0604020202020204" pitchFamily="34" charset="0"/>
            </a:endParaRPr>
          </a:p>
        </p:txBody>
      </p:sp>
    </p:spTree>
    <p:extLst>
      <p:ext uri="{BB962C8B-B14F-4D97-AF65-F5344CB8AC3E}">
        <p14:creationId xmlns:p14="http://schemas.microsoft.com/office/powerpoint/2010/main" val="16143861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Some of the more common server roles include: </a:t>
            </a:r>
          </a:p>
          <a:p>
            <a:pPr lvl="1" eaLnBrk="1" hangingPunct="1"/>
            <a:r>
              <a:rPr lang="en-US" altLang="en-US"/>
              <a:t>File services</a:t>
            </a:r>
          </a:p>
          <a:p>
            <a:pPr lvl="1" eaLnBrk="1" hangingPunct="1"/>
            <a:r>
              <a:rPr lang="en-US" altLang="en-US"/>
              <a:t>Print services</a:t>
            </a:r>
          </a:p>
          <a:p>
            <a:pPr lvl="1" eaLnBrk="1" hangingPunct="1"/>
            <a:r>
              <a:rPr lang="en-US" altLang="en-US"/>
              <a:t>Web services</a:t>
            </a:r>
          </a:p>
          <a:p>
            <a:pPr lvl="1" eaLnBrk="1" hangingPunct="1"/>
            <a:r>
              <a:rPr lang="en-US" altLang="en-US"/>
              <a:t>Remote access</a:t>
            </a:r>
          </a:p>
          <a:p>
            <a:pPr lvl="1" eaLnBrk="1" hangingPunct="1"/>
            <a:r>
              <a:rPr lang="en-US" altLang="en-US"/>
              <a:t>Application servers</a:t>
            </a:r>
          </a:p>
          <a:p>
            <a:pPr lvl="1" eaLnBrk="1" hangingPunct="1"/>
            <a:r>
              <a:rPr lang="en-US" altLang="en-US"/>
              <a:t>Email server</a:t>
            </a:r>
          </a:p>
          <a:p>
            <a:pPr lvl="1" eaLnBrk="1" hangingPunct="1"/>
            <a:r>
              <a:rPr lang="en-US" altLang="en-US"/>
              <a:t>Database server</a:t>
            </a:r>
          </a:p>
          <a:p>
            <a:pPr eaLnBrk="1" hangingPunct="1"/>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08B5D86-E1DF-4CBB-89C1-89199E99D6A7}" type="slidenum">
              <a:rPr lang="en-US" altLang="en-US" smtClean="0">
                <a:latin typeface="Arial" panose="020B0604020202020204" pitchFamily="34" charset="0"/>
              </a:rPr>
              <a:pPr>
                <a:spcBef>
                  <a:spcPct val="0"/>
                </a:spcBef>
              </a:pPr>
              <a:t>6</a:t>
            </a:fld>
            <a:endParaRPr lang="en-US" altLang="en-US">
              <a:latin typeface="Arial" panose="020B0604020202020204" pitchFamily="34" charset="0"/>
            </a:endParaRPr>
          </a:p>
        </p:txBody>
      </p:sp>
    </p:spTree>
    <p:extLst>
      <p:ext uri="{BB962C8B-B14F-4D97-AF65-F5344CB8AC3E}">
        <p14:creationId xmlns:p14="http://schemas.microsoft.com/office/powerpoint/2010/main" val="1308512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clock speed of a processor is usually expressed in gigahertz (GHz). </a:t>
            </a:r>
          </a:p>
          <a:p>
            <a:r>
              <a:rPr lang="en-US" altLang="en-US"/>
              <a:t>Most of the processors sold today are multi-core processors, which are like having two or more processing cores packaged as one.</a:t>
            </a:r>
          </a:p>
          <a:p>
            <a:r>
              <a:rPr lang="en-US" altLang="en-US"/>
              <a:t>Today, the newer processors are 64-bit, which work faster than the older 32-bit processors.</a:t>
            </a:r>
          </a:p>
          <a:p>
            <a:r>
              <a:rPr lang="en-US" altLang="en-US"/>
              <a:t>With more data in memory, a 64-bit processor can work faster because it can access larger amounts of RAM instead of swapping data back and forth with the much slower disks</a:t>
            </a:r>
          </a:p>
          <a:p>
            <a:endParaRPr lang="en-US"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200A5C-FAED-46D3-A47D-0F5AA220C9B9}" type="slidenum">
              <a:rPr lang="en-US" altLang="en-US" smtClean="0">
                <a:latin typeface="Arial" panose="020B0604020202020204" pitchFamily="34" charset="0"/>
              </a:rPr>
              <a:pPr>
                <a:spcBef>
                  <a:spcPct val="0"/>
                </a:spcBef>
              </a:pPr>
              <a:t>9</a:t>
            </a:fld>
            <a:endParaRPr lang="en-US" altLang="en-US">
              <a:latin typeface="Arial" panose="020B0604020202020204" pitchFamily="34" charset="0"/>
            </a:endParaRPr>
          </a:p>
        </p:txBody>
      </p:sp>
    </p:spTree>
    <p:extLst>
      <p:ext uri="{BB962C8B-B14F-4D97-AF65-F5344CB8AC3E}">
        <p14:creationId xmlns:p14="http://schemas.microsoft.com/office/powerpoint/2010/main" val="4123073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Unfortunately, when power is cut to the RAM, like when you shut off your PC, the contents of the RAM disappear. This is the reason you use disks rather than RAM for long-term storage.</a:t>
            </a:r>
          </a:p>
          <a:p>
            <a:endParaRPr lang="en-US" altLang="en-US"/>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2A1C167-8644-4201-9C4D-2AEEF9E5430B}" type="slidenum">
              <a:rPr lang="en-US" altLang="en-US" smtClean="0">
                <a:latin typeface="Arial" panose="020B0604020202020204" pitchFamily="34" charset="0"/>
              </a:rPr>
              <a:pPr>
                <a:spcBef>
                  <a:spcPct val="0"/>
                </a:spcBef>
              </a:pPr>
              <a:t>10</a:t>
            </a:fld>
            <a:endParaRPr lang="en-US" altLang="en-US">
              <a:latin typeface="Arial" panose="020B0604020202020204" pitchFamily="34" charset="0"/>
            </a:endParaRPr>
          </a:p>
        </p:txBody>
      </p:sp>
    </p:spTree>
    <p:extLst>
      <p:ext uri="{BB962C8B-B14F-4D97-AF65-F5344CB8AC3E}">
        <p14:creationId xmlns:p14="http://schemas.microsoft.com/office/powerpoint/2010/main" val="1196642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Although everything is made around the processor, the motherboard is considered the nervous system of the PC. Motherboard capabilities have been greatly expanded (most include sound and network connectivity), and you can further expand the capabilities of the system by installing expansion cards (sometimes referred to as daughter boards). </a:t>
            </a:r>
          </a:p>
          <a:p>
            <a:endParaRPr lang="en-US"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937BE5B-AA03-4A50-B39D-B6B56498C5C2}" type="slidenum">
              <a:rPr lang="en-US" altLang="en-US" smtClean="0">
                <a:latin typeface="Arial" panose="020B0604020202020204" pitchFamily="34" charset="0"/>
              </a:rPr>
              <a:pPr>
                <a:spcBef>
                  <a:spcPct val="0"/>
                </a:spcBef>
              </a:pPr>
              <a:t>13</a:t>
            </a:fld>
            <a:endParaRPr lang="en-US" altLang="en-US">
              <a:latin typeface="Arial" panose="020B0604020202020204" pitchFamily="34" charset="0"/>
            </a:endParaRPr>
          </a:p>
        </p:txBody>
      </p:sp>
    </p:spTree>
    <p:extLst>
      <p:ext uri="{BB962C8B-B14F-4D97-AF65-F5344CB8AC3E}">
        <p14:creationId xmlns:p14="http://schemas.microsoft.com/office/powerpoint/2010/main" val="934653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If you have not realized it by now, instructions written on the BIOS is software. </a:t>
            </a:r>
          </a:p>
          <a:p>
            <a:r>
              <a:rPr lang="en-US" altLang="en-US"/>
              <a:t>Unfortunately like any software, the BIOS may need to have a bug fixed or may need to be expanded to support a new type of hardware that did not exist when the BIOS was written. </a:t>
            </a:r>
          </a:p>
          <a:p>
            <a:r>
              <a:rPr lang="en-US" altLang="en-US"/>
              <a:t>Sometimes a newer BIOS version can lead to better system performance. </a:t>
            </a:r>
          </a:p>
          <a:p>
            <a:r>
              <a:rPr lang="en-US" altLang="en-US"/>
              <a:t>To overcome some problems, you should check with your system or motherboard manufacturer to see if they have a new version of the BIOS.</a:t>
            </a:r>
          </a:p>
          <a:p>
            <a:r>
              <a:rPr lang="en-US" altLang="en-US"/>
              <a:t>The process of updating your system ROM BIOS, is called flashing the BIOS.</a:t>
            </a:r>
          </a:p>
          <a:p>
            <a:r>
              <a:rPr lang="en-US" altLang="en-US"/>
              <a:t>Unfortunately, flashing the BIOS is a delicate process. If the process gets interrupted in the middle or you install the wrong version, your system may not become accessible and you may have to replace your motherboard to overcome the problem.</a:t>
            </a:r>
          </a:p>
          <a:p>
            <a:endParaRPr lang="en-US" altLang="en-US"/>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CABAD8F-4689-4C25-AE48-53C2AF17CD86}" type="slidenum">
              <a:rPr lang="en-US" altLang="en-US" smtClean="0">
                <a:latin typeface="Arial" panose="020B0604020202020204" pitchFamily="34" charset="0"/>
              </a:rPr>
              <a:pPr>
                <a:spcBef>
                  <a:spcPct val="0"/>
                </a:spcBef>
              </a:pPr>
              <a:t>14</a:t>
            </a:fld>
            <a:endParaRPr lang="en-US" altLang="en-US">
              <a:latin typeface="Arial" panose="020B0604020202020204" pitchFamily="34" charset="0"/>
            </a:endParaRPr>
          </a:p>
        </p:txBody>
      </p:sp>
    </p:spTree>
    <p:extLst>
      <p:ext uri="{BB962C8B-B14F-4D97-AF65-F5344CB8AC3E}">
        <p14:creationId xmlns:p14="http://schemas.microsoft.com/office/powerpoint/2010/main" val="3864546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full version is the normal version that you would expect from Windows with a fully functional GUI interface.</a:t>
            </a:r>
          </a:p>
          <a:p>
            <a:endParaRPr lang="en-US" altLang="en-US"/>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EDF3ADF-ED7E-485D-93D5-5BA429953CFB}" type="slidenum">
              <a:rPr lang="en-US" altLang="en-US" smtClean="0">
                <a:latin typeface="Arial" panose="020B0604020202020204" pitchFamily="34" charset="0"/>
              </a:rPr>
              <a:pPr>
                <a:spcBef>
                  <a:spcPct val="0"/>
                </a:spcBef>
              </a:pPr>
              <a:t>24</a:t>
            </a:fld>
            <a:endParaRPr lang="en-US" altLang="en-US">
              <a:latin typeface="Arial" panose="020B0604020202020204" pitchFamily="34" charset="0"/>
            </a:endParaRPr>
          </a:p>
        </p:txBody>
      </p:sp>
    </p:spTree>
    <p:extLst>
      <p:ext uri="{BB962C8B-B14F-4D97-AF65-F5344CB8AC3E}">
        <p14:creationId xmlns:p14="http://schemas.microsoft.com/office/powerpoint/2010/main" val="12200148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Windows Deployment Services uses the WIM files to install Windows. </a:t>
            </a:r>
          </a:p>
          <a:p>
            <a:r>
              <a:rPr lang="en-US" altLang="en-US"/>
              <a:t>If set up properly, you need to boot a computer with Windows PE 2.0 or 3.0 or perform a PXE boot. Windows Preinstallation Environment (Windows PE) 2.0 is a minimal Win32 operating system with limited services, built on the Windows kernel. </a:t>
            </a:r>
          </a:p>
          <a:p>
            <a:r>
              <a:rPr lang="en-US" altLang="en-US"/>
              <a:t>It is used to prepare a computer for Windows installation, to copy disk images from a network file server, and to initiate Windows Setup.</a:t>
            </a:r>
          </a:p>
          <a:p>
            <a:endParaRPr lang="en-US" altLang="en-US"/>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96233D6-7787-4268-9759-A7067325B5C9}" type="slidenum">
              <a:rPr lang="en-US" altLang="en-US" smtClean="0">
                <a:latin typeface="Arial" panose="020B0604020202020204" pitchFamily="34" charset="0"/>
              </a:rPr>
              <a:pPr>
                <a:spcBef>
                  <a:spcPct val="0"/>
                </a:spcBef>
              </a:pPr>
              <a:t>31</a:t>
            </a:fld>
            <a:endParaRPr lang="en-US" altLang="en-US">
              <a:latin typeface="Arial" panose="020B0604020202020204" pitchFamily="34" charset="0"/>
            </a:endParaRPr>
          </a:p>
        </p:txBody>
      </p:sp>
    </p:spTree>
    <p:extLst>
      <p:ext uri="{BB962C8B-B14F-4D97-AF65-F5344CB8AC3E}">
        <p14:creationId xmlns:p14="http://schemas.microsoft.com/office/powerpoint/2010/main" val="3303443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8372" name="Header Placeholder 3"/>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solidFill>
                <a:srgbClr val="000000"/>
              </a:solidFill>
            </a:endParaRPr>
          </a:p>
        </p:txBody>
      </p:sp>
      <p:sp>
        <p:nvSpPr>
          <p:cNvPr id="58373" name="Date Placeholder 4"/>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E152308-290D-4BA0-9961-739AEADA7A33}" type="datetime8">
              <a:rPr lang="en-US" altLang="en-US" smtClean="0">
                <a:solidFill>
                  <a:srgbClr val="000000"/>
                </a:solidFill>
              </a:rPr>
              <a:pPr/>
              <a:t>12/5/2023 6:59 PM</a:t>
            </a:fld>
            <a:endParaRPr lang="en-US" altLang="en-US">
              <a:solidFill>
                <a:srgbClr val="000000"/>
              </a:solidFill>
            </a:endParaRPr>
          </a:p>
        </p:txBody>
      </p:sp>
      <p:sp>
        <p:nvSpPr>
          <p:cNvPr id="58374" name="Slide Number Placeholder 6"/>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A2805F-4E55-406C-9388-5B44A2AE9E8F}" type="slidenum">
              <a:rPr lang="en-US" altLang="en-US" smtClean="0">
                <a:solidFill>
                  <a:srgbClr val="000000"/>
                </a:solidFill>
              </a:rPr>
              <a:pPr/>
              <a:t>36</a:t>
            </a:fld>
            <a:endParaRPr lang="en-US" altLang="en-US">
              <a:solidFill>
                <a:srgbClr val="000000"/>
              </a:solidFill>
            </a:endParaRPr>
          </a:p>
        </p:txBody>
      </p:sp>
      <p:sp>
        <p:nvSpPr>
          <p:cNvPr id="58375" name="Footer Placeholder 3"/>
          <p:cNvSpPr>
            <a:spLocks noGrp="1"/>
          </p:cNvSpPr>
          <p:nvPr>
            <p:ph type="ftr" sz="quarter" idx="4"/>
          </p:nvPr>
        </p:nvSpPr>
        <p:spPr bwMode="auto">
          <a:xfrm>
            <a:off x="0" y="8685213"/>
            <a:ext cx="6248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500">
                <a:solidFill>
                  <a:srgbClr val="000000"/>
                </a:solidFill>
                <a:latin typeface="Segoe UI" panose="020B0502040204020203" pitchFamily="34" charset="0"/>
              </a:rPr>
              <a:t>© 2010 Microsoft Corporation. All rights reserved. Microsoft, Windows, Windows Vista and other product names are or may be registered trademarks and/or trademarks in the U.S. and/or other countries.</a:t>
            </a:r>
          </a:p>
          <a:p>
            <a:r>
              <a:rPr lang="en-US" altLang="en-US" sz="500">
                <a:solidFill>
                  <a:srgbClr val="000000"/>
                </a:solidFill>
                <a:latin typeface="Segoe UI" panose="020B0502040204020203"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altLang="en-US" sz="500">
                <a:solidFill>
                  <a:srgbClr val="000000"/>
                </a:solidFill>
                <a:latin typeface="Segoe UI" panose="020B0502040204020203" pitchFamily="34" charset="0"/>
              </a:rPr>
            </a:br>
            <a:r>
              <a:rPr lang="en-US" altLang="en-US" sz="500">
                <a:solidFill>
                  <a:srgbClr val="000000"/>
                </a:solidFill>
                <a:latin typeface="Segoe UI" panose="020B0502040204020203" pitchFamily="34" charset="0"/>
              </a:rPr>
              <a:t>MICROSOFT MAKES NO WARRANTIES, EXPRESS, IMPLIED OR STATUTORY, AS TO THE INFORMATION IN THIS PRESENTATION.</a:t>
            </a:r>
          </a:p>
        </p:txBody>
      </p:sp>
    </p:spTree>
    <p:extLst>
      <p:ext uri="{BB962C8B-B14F-4D97-AF65-F5344CB8AC3E}">
        <p14:creationId xmlns:p14="http://schemas.microsoft.com/office/powerpoint/2010/main" val="1357498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72C6"/>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025170"/>
          </a:xfrm>
        </p:spPr>
        <p:txBody>
          <a:bodyPr/>
          <a:lstStyle>
            <a:lvl1pPr marL="0" marR="0" indent="0" algn="l" defTabSz="685845" rtl="0" eaLnBrk="1" fontAlgn="auto" latinLnBrk="0" hangingPunct="1">
              <a:lnSpc>
                <a:spcPct val="90000"/>
              </a:lnSpc>
              <a:spcBef>
                <a:spcPct val="20000"/>
              </a:spcBef>
              <a:spcAft>
                <a:spcPts val="0"/>
              </a:spcAft>
              <a:buClrTx/>
              <a:buSzPct val="90000"/>
              <a:buFontTx/>
              <a:buNone/>
              <a:tabLst/>
              <a:defRPr/>
            </a:lvl1pPr>
            <a:lvl2pPr marL="59503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2pPr>
            <a:lvl3pPr marL="76312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3pPr>
            <a:lvl4pPr marL="87406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4pPr>
            <a:lvl5pPr marL="104215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p:cNvSpPr>
            <a:spLocks noGrp="1"/>
          </p:cNvSpPr>
          <p:nvPr>
            <p:ph type="title"/>
          </p:nvPr>
        </p:nvSpPr>
        <p:spPr/>
        <p:txBody>
          <a:bodyPr/>
          <a:lstStyle>
            <a:lvl1pPr>
              <a:defRPr lang="en-US" sz="5400" b="0" kern="1200" cap="none" spc="-75" baseline="0" dirty="0">
                <a:ln w="3175">
                  <a:noFill/>
                </a:ln>
                <a:solidFill>
                  <a:schemeClr val="bg1">
                    <a:lumMod val="95000"/>
                  </a:schemeClr>
                </a:solidFill>
                <a:effectLst/>
                <a:latin typeface="+mj-lt"/>
                <a:ea typeface="+mn-ea"/>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535660616"/>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lvl1pPr>
              <a:defRPr lang="en-US" sz="2925" kern="1200" spc="-56" dirty="0">
                <a:ln w="3175">
                  <a:noFill/>
                </a:ln>
                <a:solidFill>
                  <a:schemeClr val="bg1">
                    <a:lumMod val="95000"/>
                  </a:schemeClr>
                </a:solidFill>
                <a:latin typeface="+mj-lt"/>
                <a:ea typeface="+mn-ea"/>
                <a:cs typeface="Segoe UI" pitchFamily="34" charset="0"/>
              </a:defRPr>
            </a:lvl1pPr>
          </a:lstStyle>
          <a:p>
            <a:r>
              <a:rPr lang="en-US" dirty="0"/>
              <a:t>Click to edit Master title style</a:t>
            </a:r>
          </a:p>
        </p:txBody>
      </p:sp>
      <p:sp>
        <p:nvSpPr>
          <p:cNvPr id="3" name="Subtitle 2"/>
          <p:cNvSpPr>
            <a:spLocks noGrp="1"/>
          </p:cNvSpPr>
          <p:nvPr>
            <p:ph type="subTitle" idx="1"/>
          </p:nvPr>
        </p:nvSpPr>
        <p:spPr>
          <a:xfrm>
            <a:off x="1828800" y="3886200"/>
            <a:ext cx="8534400" cy="485902"/>
          </a:xfrm>
        </p:spPr>
        <p:txBody>
          <a:bodyPr/>
          <a:lstStyle>
            <a:lvl1pPr marL="0" indent="0" algn="ctr">
              <a:buNone/>
              <a:defRPr lang="en-US" sz="2175" kern="1200" dirty="0">
                <a:solidFill>
                  <a:schemeClr val="bg1">
                    <a:lumMod val="95000"/>
                  </a:schemeClr>
                </a:solidFill>
                <a:latin typeface="+mj-lt"/>
                <a:ea typeface="+mn-ea"/>
                <a:cs typeface="+mn-cs"/>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dirty="0"/>
              <a:t>Click to edit Master subtitle style</a:t>
            </a:r>
          </a:p>
        </p:txBody>
      </p:sp>
      <p:sp>
        <p:nvSpPr>
          <p:cNvPr id="4" name="Date Placeholder 3"/>
          <p:cNvSpPr>
            <a:spLocks noGrp="1" noChangeArrowheads="1"/>
          </p:cNvSpPr>
          <p:nvPr>
            <p:ph type="dt" sz="half" idx="10"/>
          </p:nvPr>
        </p:nvSpPr>
        <p:spPr>
          <a:xfrm>
            <a:off x="609600" y="6245225"/>
            <a:ext cx="2844800" cy="476250"/>
          </a:xfrm>
          <a:prstGeom prst="rect">
            <a:avLst/>
          </a:prstGeom>
        </p:spPr>
        <p:txBody>
          <a:bodyPr/>
          <a:lstStyle>
            <a:lvl1pPr algn="r" eaLnBrk="1" hangingPunct="1">
              <a:defRPr>
                <a:solidFill>
                  <a:srgbClr val="000000"/>
                </a:solidFill>
              </a:defRPr>
            </a:lvl1pPr>
          </a:lstStyle>
          <a:p>
            <a:pPr>
              <a:defRPr/>
            </a:pPr>
            <a:fld id="{A8737A3B-A552-4D8E-A441-338CEE846898}" type="datetimeFigureOut">
              <a:rPr lang="en-US"/>
              <a:pPr>
                <a:defRPr/>
              </a:pPr>
              <a:t>12/5/2023</a:t>
            </a:fld>
            <a:endParaRPr lang="en-US"/>
          </a:p>
        </p:txBody>
      </p:sp>
      <p:sp>
        <p:nvSpPr>
          <p:cNvPr id="5" name="Footer Placeholder 4"/>
          <p:cNvSpPr>
            <a:spLocks noGrp="1" noChangeArrowheads="1"/>
          </p:cNvSpPr>
          <p:nvPr>
            <p:ph type="ftr" sz="quarter" idx="11"/>
          </p:nvPr>
        </p:nvSpPr>
        <p:spPr>
          <a:xfrm>
            <a:off x="4165600" y="6245225"/>
            <a:ext cx="3860800" cy="476250"/>
          </a:xfrm>
          <a:prstGeom prst="rect">
            <a:avLst/>
          </a:prstGeom>
        </p:spPr>
        <p:txBody>
          <a:bodyPr/>
          <a:lstStyle>
            <a:lvl1pPr algn="r" eaLnBrk="1" hangingPunct="1">
              <a:defRPr>
                <a:solidFill>
                  <a:srgbClr val="000000"/>
                </a:solidFill>
              </a:defRPr>
            </a:lvl1pPr>
          </a:lstStyle>
          <a:p>
            <a:pPr>
              <a:defRPr/>
            </a:pPr>
            <a:endParaRPr lang="en-US"/>
          </a:p>
        </p:txBody>
      </p:sp>
      <p:sp>
        <p:nvSpPr>
          <p:cNvPr id="6" name="Slide Number Placeholder 5"/>
          <p:cNvSpPr>
            <a:spLocks noGrp="1" noChangeArrowheads="1"/>
          </p:cNvSpPr>
          <p:nvPr>
            <p:ph type="sldNum" sz="quarter" idx="12"/>
          </p:nvPr>
        </p:nvSpPr>
        <p:spPr>
          <a:xfrm>
            <a:off x="8737600" y="6245225"/>
            <a:ext cx="2844800" cy="476250"/>
          </a:xfrm>
          <a:prstGeom prst="rect">
            <a:avLst/>
          </a:prstGeom>
        </p:spPr>
        <p:txBody>
          <a:bodyPr/>
          <a:lstStyle>
            <a:lvl1pPr algn="r" eaLnBrk="1" hangingPunct="1">
              <a:defRPr>
                <a:solidFill>
                  <a:srgbClr val="000000"/>
                </a:solidFill>
              </a:defRPr>
            </a:lvl1pPr>
          </a:lstStyle>
          <a:p>
            <a:pPr>
              <a:defRPr/>
            </a:pPr>
            <a:fld id="{E81CE420-51CA-4796-80DC-724804771B23}" type="slidenum">
              <a:rPr lang="en-US"/>
              <a:pPr>
                <a:defRPr/>
              </a:pPr>
              <a:t>‹#›</a:t>
            </a:fld>
            <a:endParaRPr lang="en-US"/>
          </a:p>
        </p:txBody>
      </p:sp>
    </p:spTree>
    <p:extLst>
      <p:ext uri="{BB962C8B-B14F-4D97-AF65-F5344CB8AC3E}">
        <p14:creationId xmlns:p14="http://schemas.microsoft.com/office/powerpoint/2010/main" val="363829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and Content">
    <p:bg>
      <p:bgPr>
        <a:solidFill>
          <a:srgbClr val="0072C6"/>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587999"/>
          </a:xfrm>
        </p:spPr>
        <p:txBody>
          <a:bodyPr>
            <a:spAutoFit/>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lvl1pPr>
              <a:defRPr>
                <a:solidFill>
                  <a:schemeClr val="bg1">
                    <a:lumMod val="95000"/>
                  </a:schemeClr>
                </a:solidFill>
              </a:defRPr>
            </a:lvl1pPr>
          </a:lstStyle>
          <a:p>
            <a:r>
              <a:rPr lang="en-US" dirty="0"/>
              <a:t>Click to edit Master title style</a:t>
            </a:r>
          </a:p>
        </p:txBody>
      </p:sp>
    </p:spTree>
    <p:extLst>
      <p:ext uri="{BB962C8B-B14F-4D97-AF65-F5344CB8AC3E}">
        <p14:creationId xmlns:p14="http://schemas.microsoft.com/office/powerpoint/2010/main" val="217704535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and Content 1st level color text">
    <p:bg>
      <p:bgPr>
        <a:solidFill>
          <a:srgbClr val="0072C6"/>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1587999"/>
          </a:xfrm>
        </p:spPr>
        <p:txBody>
          <a:bodyPr>
            <a:spAutoFit/>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lvl1pPr>
              <a:defRPr>
                <a:solidFill>
                  <a:schemeClr val="bg1">
                    <a:lumMod val="95000"/>
                  </a:schemeClr>
                </a:solidFill>
              </a:defRPr>
            </a:lvl1pPr>
          </a:lstStyle>
          <a:p>
            <a:r>
              <a:rPr lang="en-US" dirty="0"/>
              <a:t>Click to edit Master title style</a:t>
            </a:r>
          </a:p>
        </p:txBody>
      </p:sp>
    </p:spTree>
    <p:extLst>
      <p:ext uri="{BB962C8B-B14F-4D97-AF65-F5344CB8AC3E}">
        <p14:creationId xmlns:p14="http://schemas.microsoft.com/office/powerpoint/2010/main" val="108851096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wo Column Bullet text 1st level color">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lumMod val="95000"/>
                  </a:schemeClr>
                </a:solidFill>
              </a:defRPr>
            </a:lvl1pPr>
          </a:lstStyle>
          <a:p>
            <a:r>
              <a:rPr lang="en-US" dirty="0"/>
              <a:t>Click to edit Master title style</a:t>
            </a:r>
          </a:p>
        </p:txBody>
      </p:sp>
      <p:sp>
        <p:nvSpPr>
          <p:cNvPr id="4" name="Text Placeholder 3"/>
          <p:cNvSpPr>
            <a:spLocks noGrp="1"/>
          </p:cNvSpPr>
          <p:nvPr>
            <p:ph type="body" sz="quarter" idx="10"/>
          </p:nvPr>
        </p:nvSpPr>
        <p:spPr>
          <a:xfrm>
            <a:off x="269241" y="1189177"/>
            <a:ext cx="5378548" cy="1547347"/>
          </a:xfrm>
        </p:spPr>
        <p:txBody>
          <a:bodyPr wrap="square">
            <a:spAutoFit/>
          </a:bodyPr>
          <a:lstStyle>
            <a:lvl1pPr marL="211280" indent="-211280">
              <a:spcBef>
                <a:spcPts val="900"/>
              </a:spcBef>
              <a:buClr>
                <a:schemeClr val="tx2"/>
              </a:buClr>
              <a:buFont typeface="Arial" pitchFamily="34" charset="0"/>
              <a:buChar char="•"/>
              <a:defRPr sz="2647">
                <a:solidFill>
                  <a:schemeClr val="bg1">
                    <a:lumMod val="95000"/>
                  </a:schemeClr>
                </a:solidFill>
              </a:defRPr>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544215" y="1189177"/>
            <a:ext cx="5378548" cy="1547347"/>
          </a:xfrm>
        </p:spPr>
        <p:txBody>
          <a:bodyPr wrap="square">
            <a:spAutoFit/>
          </a:bodyPr>
          <a:lstStyle>
            <a:lvl1pPr marL="211280" indent="-211280">
              <a:spcBef>
                <a:spcPts val="900"/>
              </a:spcBef>
              <a:buClr>
                <a:schemeClr val="tx2"/>
              </a:buClr>
              <a:buFont typeface="Arial" pitchFamily="34" charset="0"/>
              <a:buChar char="•"/>
              <a:defRPr sz="2647">
                <a:solidFill>
                  <a:schemeClr val="bg1">
                    <a:lumMod val="95000"/>
                  </a:schemeClr>
                </a:solidFill>
              </a:defRPr>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89597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36880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bl">
  <p:cSld name="Title and Table">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914400"/>
          </a:xfrm>
        </p:spPr>
        <p:txBody>
          <a:bodyPr/>
          <a:lstStyle>
            <a:lvl1pPr>
              <a:defRPr>
                <a:solidFill>
                  <a:schemeClr val="bg1">
                    <a:lumMod val="95000"/>
                  </a:schemeClr>
                </a:solidFill>
              </a:defRPr>
            </a:lvl1pPr>
          </a:lstStyle>
          <a:p>
            <a:r>
              <a:rPr lang="en-US"/>
              <a:t>Click to edit Master title style</a:t>
            </a:r>
          </a:p>
        </p:txBody>
      </p:sp>
      <p:sp>
        <p:nvSpPr>
          <p:cNvPr id="3" name="Table Placeholder 2"/>
          <p:cNvSpPr>
            <a:spLocks noGrp="1"/>
          </p:cNvSpPr>
          <p:nvPr>
            <p:ph type="tbl" idx="1"/>
          </p:nvPr>
        </p:nvSpPr>
        <p:spPr>
          <a:xfrm>
            <a:off x="609600" y="1447800"/>
            <a:ext cx="10972800" cy="591957"/>
          </a:xfrm>
        </p:spPr>
        <p:txBody>
          <a:bodyPr/>
          <a:lstStyle>
            <a:lvl1pPr>
              <a:defRPr>
                <a:solidFill>
                  <a:schemeClr val="bg1">
                    <a:lumMod val="95000"/>
                  </a:schemeClr>
                </a:solidFill>
              </a:defRPr>
            </a:lvl1pPr>
          </a:lstStyle>
          <a:p>
            <a:pPr lvl="0"/>
            <a:endParaRPr lang="en-US" noProof="0"/>
          </a:p>
        </p:txBody>
      </p:sp>
      <p:sp>
        <p:nvSpPr>
          <p:cNvPr id="4" name="Rectangle 4"/>
          <p:cNvSpPr>
            <a:spLocks noGrp="1" noChangeArrowheads="1"/>
          </p:cNvSpPr>
          <p:nvPr>
            <p:ph type="dt" sz="half" idx="10"/>
          </p:nvPr>
        </p:nvSpPr>
        <p:spPr>
          <a:xfrm>
            <a:off x="609600" y="6245225"/>
            <a:ext cx="2844800" cy="476250"/>
          </a:xfrm>
          <a:prstGeom prst="rect">
            <a:avLst/>
          </a:prstGeom>
        </p:spPr>
        <p:txBody>
          <a:bodyPr/>
          <a:lstStyle>
            <a:lvl1pPr algn="r" eaLnBrk="1" hangingPunct="1">
              <a:defRPr>
                <a:solidFill>
                  <a:schemeClr val="bg1">
                    <a:lumMod val="95000"/>
                  </a:schemeClr>
                </a:solidFill>
              </a:defRPr>
            </a:lvl1pPr>
          </a:lstStyle>
          <a:p>
            <a:pPr>
              <a:defRPr/>
            </a:pPr>
            <a:fld id="{F8A226C8-C980-4FA9-B95E-B904A9F8E37B}" type="datetimeFigureOut">
              <a:rPr lang="en-US" smtClean="0">
                <a:solidFill>
                  <a:srgbClr val="FFFFFF">
                    <a:lumMod val="95000"/>
                  </a:srgbClr>
                </a:solidFill>
              </a:rPr>
              <a:pPr>
                <a:defRPr/>
              </a:pPr>
              <a:t>12/5/2023</a:t>
            </a:fld>
            <a:endParaRPr lang="en-US">
              <a:solidFill>
                <a:srgbClr val="FFFFFF">
                  <a:lumMod val="95000"/>
                </a:srgbClr>
              </a:solidFill>
            </a:endParaRPr>
          </a:p>
        </p:txBody>
      </p:sp>
      <p:sp>
        <p:nvSpPr>
          <p:cNvPr id="5" name="Rectangle 5"/>
          <p:cNvSpPr>
            <a:spLocks noGrp="1" noChangeArrowheads="1"/>
          </p:cNvSpPr>
          <p:nvPr>
            <p:ph type="ftr" sz="quarter" idx="11"/>
          </p:nvPr>
        </p:nvSpPr>
        <p:spPr>
          <a:xfrm>
            <a:off x="4165600" y="6245225"/>
            <a:ext cx="3860800" cy="476250"/>
          </a:xfrm>
          <a:prstGeom prst="rect">
            <a:avLst/>
          </a:prstGeom>
        </p:spPr>
        <p:txBody>
          <a:bodyPr/>
          <a:lstStyle>
            <a:lvl1pPr algn="r" eaLnBrk="1" hangingPunct="1">
              <a:defRPr>
                <a:solidFill>
                  <a:schemeClr val="bg1">
                    <a:lumMod val="95000"/>
                  </a:schemeClr>
                </a:solidFill>
              </a:defRPr>
            </a:lvl1pPr>
          </a:lstStyle>
          <a:p>
            <a:pPr>
              <a:defRPr/>
            </a:pPr>
            <a:endParaRPr lang="en-US">
              <a:solidFill>
                <a:srgbClr val="FFFFFF">
                  <a:lumMod val="95000"/>
                </a:srgbClr>
              </a:solidFill>
            </a:endParaRPr>
          </a:p>
        </p:txBody>
      </p:sp>
      <p:sp>
        <p:nvSpPr>
          <p:cNvPr id="6" name="Rectangle 6"/>
          <p:cNvSpPr>
            <a:spLocks noGrp="1" noChangeArrowheads="1"/>
          </p:cNvSpPr>
          <p:nvPr>
            <p:ph type="sldNum" sz="quarter" idx="12"/>
          </p:nvPr>
        </p:nvSpPr>
        <p:spPr>
          <a:xfrm>
            <a:off x="8737600" y="6245225"/>
            <a:ext cx="2844800" cy="476250"/>
          </a:xfrm>
          <a:prstGeom prst="rect">
            <a:avLst/>
          </a:prstGeom>
        </p:spPr>
        <p:txBody>
          <a:bodyPr/>
          <a:lstStyle>
            <a:lvl1pPr algn="r" eaLnBrk="1" hangingPunct="1">
              <a:defRPr>
                <a:solidFill>
                  <a:schemeClr val="bg1">
                    <a:lumMod val="95000"/>
                  </a:schemeClr>
                </a:solidFill>
              </a:defRPr>
            </a:lvl1pPr>
          </a:lstStyle>
          <a:p>
            <a:pPr>
              <a:defRPr/>
            </a:pPr>
            <a:fld id="{573461F5-0891-46C2-9CF0-137485AB26B4}" type="slidenum">
              <a:rPr lang="en-US" smtClean="0">
                <a:solidFill>
                  <a:srgbClr val="FFFFFF">
                    <a:lumMod val="95000"/>
                  </a:srgbClr>
                </a:solidFill>
              </a:rPr>
              <a:pPr>
                <a:defRPr/>
              </a:pPr>
              <a:t>‹#›</a:t>
            </a:fld>
            <a:endParaRPr lang="en-US">
              <a:solidFill>
                <a:srgbClr val="FFFFFF">
                  <a:lumMod val="95000"/>
                </a:srgbClr>
              </a:solidFill>
            </a:endParaRPr>
          </a:p>
        </p:txBody>
      </p:sp>
    </p:spTree>
    <p:extLst>
      <p:ext uri="{BB962C8B-B14F-4D97-AF65-F5344CB8AC3E}">
        <p14:creationId xmlns:p14="http://schemas.microsoft.com/office/powerpoint/2010/main" val="2061115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pPr>
              <a:defRPr/>
            </a:pPr>
            <a:fld id="{A8737A3B-A552-4D8E-A441-338CEE846898}" type="datetimeFigureOut">
              <a:rPr lang="en-US" smtClean="0"/>
              <a:pPr>
                <a:defRPr/>
              </a:pPr>
              <a:t>12/5/2023</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pPr>
              <a:defRPr/>
            </a:pPr>
            <a:fld id="{E81CE420-51CA-4796-80DC-724804771B23}" type="slidenum">
              <a:rPr lang="en-US" smtClean="0"/>
              <a:pPr>
                <a:defRPr/>
              </a:pPr>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339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31071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3269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34098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041311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49092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7652192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4000518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2985299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03602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12/5/2023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126574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Title and Content">
    <p:bg>
      <p:bgPr>
        <a:solidFill>
          <a:srgbClr val="0072C6"/>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7"/>
            <a:ext cx="11653523" cy="2025170"/>
          </a:xfrm>
        </p:spPr>
        <p:txBody>
          <a:bodyPr/>
          <a:lstStyle>
            <a:lvl1pPr marL="0" marR="0" indent="0" algn="l" defTabSz="685845" rtl="0" eaLnBrk="1" fontAlgn="auto" latinLnBrk="0" hangingPunct="1">
              <a:lnSpc>
                <a:spcPct val="90000"/>
              </a:lnSpc>
              <a:spcBef>
                <a:spcPct val="20000"/>
              </a:spcBef>
              <a:spcAft>
                <a:spcPts val="0"/>
              </a:spcAft>
              <a:buClrTx/>
              <a:buSzPct val="90000"/>
              <a:buFontTx/>
              <a:buNone/>
              <a:tabLst/>
              <a:defRPr/>
            </a:lvl1pPr>
            <a:lvl2pPr marL="59503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2pPr>
            <a:lvl3pPr marL="763124" marR="0" indent="-34290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3pPr>
            <a:lvl4pPr marL="87406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4pPr>
            <a:lvl5pPr marL="1042153" marR="0" indent="-285750" algn="l" defTabSz="685845" rtl="0" eaLnBrk="1" fontAlgn="auto" latinLnBrk="0" hangingPunct="1">
              <a:lnSpc>
                <a:spcPct val="90000"/>
              </a:lnSpc>
              <a:spcBef>
                <a:spcPct val="20000"/>
              </a:spcBef>
              <a:spcAft>
                <a:spcPts val="0"/>
              </a:spcAft>
              <a:buClrTx/>
              <a:buSzPct val="90000"/>
              <a:buFont typeface="Arial" panose="020B060402020202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p:cNvSpPr>
            <a:spLocks noGrp="1"/>
          </p:cNvSpPr>
          <p:nvPr>
            <p:ph type="title"/>
          </p:nvPr>
        </p:nvSpPr>
        <p:spPr/>
        <p:txBody>
          <a:bodyPr/>
          <a:lstStyle>
            <a:lvl1pPr>
              <a:defRPr lang="en-US" sz="5400" b="0" kern="1200" cap="none" spc="-75" baseline="0" dirty="0">
                <a:ln w="3175">
                  <a:noFill/>
                </a:ln>
                <a:solidFill>
                  <a:schemeClr val="bg1">
                    <a:lumMod val="95000"/>
                  </a:schemeClr>
                </a:solidFill>
                <a:effectLst/>
                <a:latin typeface="+mj-lt"/>
                <a:ea typeface="+mn-ea"/>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429040565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3.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2C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875" y="288925"/>
            <a:ext cx="11655425" cy="900113"/>
          </a:xfrm>
          <a:prstGeom prst="rect">
            <a:avLst/>
          </a:prstGeom>
        </p:spPr>
        <p:txBody>
          <a:bodyPr vert="horz" wrap="square" lIns="146304" tIns="91440" rIns="146304" bIns="91440" rtlCol="0" anchor="t">
            <a:noAutofit/>
          </a:bodyPr>
          <a:lstStyle/>
          <a:p>
            <a:r>
              <a:rPr lang="en-US" dirty="0"/>
              <a:t>Click to edit Master title style	</a:t>
            </a:r>
          </a:p>
        </p:txBody>
      </p:sp>
      <p:sp>
        <p:nvSpPr>
          <p:cNvPr id="1027" name="Text Placeholder 3"/>
          <p:cNvSpPr>
            <a:spLocks noGrp="1"/>
          </p:cNvSpPr>
          <p:nvPr>
            <p:ph type="body" idx="1"/>
          </p:nvPr>
        </p:nvSpPr>
        <p:spPr bwMode="auto">
          <a:xfrm>
            <a:off x="269875" y="1189038"/>
            <a:ext cx="11652250" cy="202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6304" tIns="91440" rIns="146304" bIns="91440" numCol="1" anchor="t" anchorCtr="0" compatLnSpc="1">
            <a:prstTxWarp prst="textNoShape">
              <a:avLst/>
            </a:prstTxWarp>
            <a:sp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 bg1="lt1" tx1="dk1" bg2="lt2" tx2="dk2" accent1="accent1" accent2="accent2" accent3="accent3" accent4="accent4" accent5="accent5" accent6="accent6" hlink="hlink" folHlink="folHlink"/>
  <p:sldLayoutIdLst>
    <p:sldLayoutId id="2147484174" r:id="rId1"/>
    <p:sldLayoutId id="2147484177" r:id="rId2"/>
  </p:sldLayoutIdLst>
  <p:transition>
    <p:fade/>
  </p:transition>
  <p:txStyles>
    <p:titleStyle>
      <a:lvl1pPr algn="l" defTabSz="685800" rtl="0" eaLnBrk="0" fontAlgn="base" hangingPunct="0">
        <a:lnSpc>
          <a:spcPct val="90000"/>
        </a:lnSpc>
        <a:spcBef>
          <a:spcPct val="0"/>
        </a:spcBef>
        <a:spcAft>
          <a:spcPct val="0"/>
        </a:spcAft>
        <a:defRPr lang="en-US" sz="5400" kern="1200" spc="-75" dirty="0">
          <a:ln w="3175">
            <a:noFill/>
          </a:ln>
          <a:solidFill>
            <a:srgbClr val="F2F2F2"/>
          </a:solidFill>
          <a:latin typeface="+mj-lt"/>
          <a:ea typeface="+mn-ea"/>
          <a:cs typeface="Segoe UI" pitchFamily="34" charset="0"/>
        </a:defRPr>
      </a:lvl1pPr>
      <a:lvl2pPr algn="l" defTabSz="685800"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2pPr>
      <a:lvl3pPr algn="l" defTabSz="685800"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3pPr>
      <a:lvl4pPr algn="l" defTabSz="685800"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4pPr>
      <a:lvl5pPr algn="l" defTabSz="685800" rtl="0" eaLnBrk="0" fontAlgn="base" hangingPunct="0">
        <a:lnSpc>
          <a:spcPct val="90000"/>
        </a:lnSpc>
        <a:spcBef>
          <a:spcPct val="0"/>
        </a:spcBef>
        <a:spcAft>
          <a:spcPct val="0"/>
        </a:spcAft>
        <a:defRPr sz="3900">
          <a:solidFill>
            <a:srgbClr val="F2F2F2"/>
          </a:solidFill>
          <a:latin typeface="Segoe UI Light" panose="020B0502040204020203" pitchFamily="34" charset="0"/>
          <a:cs typeface="Segoe UI" panose="020B0502040204020203" pitchFamily="34" charset="0"/>
        </a:defRPr>
      </a:lvl5pPr>
      <a:lvl6pPr marL="457200" algn="l" defTabSz="685800" rtl="0" fontAlgn="base">
        <a:lnSpc>
          <a:spcPct val="90000"/>
        </a:lnSpc>
        <a:spcBef>
          <a:spcPct val="0"/>
        </a:spcBef>
        <a:spcAft>
          <a:spcPct val="0"/>
        </a:spcAft>
        <a:defRPr sz="3900">
          <a:solidFill>
            <a:schemeClr val="tx1"/>
          </a:solidFill>
          <a:latin typeface="Segoe UI Light" panose="020B0502040204020203" pitchFamily="34" charset="0"/>
          <a:cs typeface="Segoe UI" panose="020B0502040204020203" pitchFamily="34" charset="0"/>
        </a:defRPr>
      </a:lvl6pPr>
      <a:lvl7pPr marL="914400" algn="l" defTabSz="685800" rtl="0" fontAlgn="base">
        <a:lnSpc>
          <a:spcPct val="90000"/>
        </a:lnSpc>
        <a:spcBef>
          <a:spcPct val="0"/>
        </a:spcBef>
        <a:spcAft>
          <a:spcPct val="0"/>
        </a:spcAft>
        <a:defRPr sz="3900">
          <a:solidFill>
            <a:schemeClr val="tx1"/>
          </a:solidFill>
          <a:latin typeface="Segoe UI Light" panose="020B0502040204020203" pitchFamily="34" charset="0"/>
          <a:cs typeface="Segoe UI" panose="020B0502040204020203" pitchFamily="34" charset="0"/>
        </a:defRPr>
      </a:lvl7pPr>
      <a:lvl8pPr marL="1371600" algn="l" defTabSz="685800" rtl="0" fontAlgn="base">
        <a:lnSpc>
          <a:spcPct val="90000"/>
        </a:lnSpc>
        <a:spcBef>
          <a:spcPct val="0"/>
        </a:spcBef>
        <a:spcAft>
          <a:spcPct val="0"/>
        </a:spcAft>
        <a:defRPr sz="3900">
          <a:solidFill>
            <a:schemeClr val="tx1"/>
          </a:solidFill>
          <a:latin typeface="Segoe UI Light" panose="020B0502040204020203" pitchFamily="34" charset="0"/>
          <a:cs typeface="Segoe UI" panose="020B0502040204020203" pitchFamily="34" charset="0"/>
        </a:defRPr>
      </a:lvl8pPr>
      <a:lvl9pPr marL="1828800" algn="l" defTabSz="685800" rtl="0" fontAlgn="base">
        <a:lnSpc>
          <a:spcPct val="90000"/>
        </a:lnSpc>
        <a:spcBef>
          <a:spcPct val="0"/>
        </a:spcBef>
        <a:spcAft>
          <a:spcPct val="0"/>
        </a:spcAft>
        <a:defRPr sz="3900">
          <a:solidFill>
            <a:schemeClr val="tx1"/>
          </a:solidFill>
          <a:latin typeface="Segoe UI Light" panose="020B0502040204020203" pitchFamily="34" charset="0"/>
          <a:cs typeface="Segoe UI" panose="020B0502040204020203" pitchFamily="34" charset="0"/>
        </a:defRPr>
      </a:lvl9pPr>
    </p:titleStyle>
    <p:bodyStyle>
      <a:lvl1pPr marL="250825" indent="-250825" algn="l" defTabSz="685800" rtl="0" fontAlgn="base">
        <a:lnSpc>
          <a:spcPct val="90000"/>
        </a:lnSpc>
        <a:spcBef>
          <a:spcPct val="20000"/>
        </a:spcBef>
        <a:spcAft>
          <a:spcPct val="0"/>
        </a:spcAft>
        <a:buSzPct val="90000"/>
        <a:buFont typeface="Arial" panose="020B0604020202020204" pitchFamily="34" charset="0"/>
        <a:buChar char="•"/>
        <a:defRPr sz="4000" kern="1200">
          <a:solidFill>
            <a:schemeClr val="accent3">
              <a:lumMod val="40000"/>
              <a:lumOff val="60000"/>
            </a:schemeClr>
          </a:solidFill>
          <a:latin typeface="+mj-lt"/>
          <a:ea typeface="+mn-ea"/>
          <a:cs typeface="+mn-cs"/>
        </a:defRPr>
      </a:lvl1pPr>
      <a:lvl2pPr marL="428625" indent="-176213" algn="l" defTabSz="685800" rtl="0" fontAlgn="base">
        <a:lnSpc>
          <a:spcPct val="90000"/>
        </a:lnSpc>
        <a:spcBef>
          <a:spcPct val="20000"/>
        </a:spcBef>
        <a:spcAft>
          <a:spcPct val="0"/>
        </a:spcAft>
        <a:buSzPct val="90000"/>
        <a:buFont typeface="Arial" panose="020B0604020202020204" pitchFamily="34" charset="0"/>
        <a:buChar char="•"/>
        <a:defRPr sz="2000" kern="1200">
          <a:solidFill>
            <a:srgbClr val="F2F2F2"/>
          </a:solidFill>
          <a:latin typeface="+mj-lt"/>
          <a:ea typeface="+mn-ea"/>
          <a:cs typeface="+mn-cs"/>
        </a:defRPr>
      </a:lvl2pPr>
      <a:lvl3pPr marL="587375" indent="-166688" algn="l" defTabSz="685800" rtl="0" fontAlgn="base">
        <a:lnSpc>
          <a:spcPct val="90000"/>
        </a:lnSpc>
        <a:spcBef>
          <a:spcPct val="20000"/>
        </a:spcBef>
        <a:spcAft>
          <a:spcPct val="0"/>
        </a:spcAft>
        <a:buSzPct val="90000"/>
        <a:buFont typeface="Arial" panose="020B0604020202020204" pitchFamily="34" charset="0"/>
        <a:buChar char="•"/>
        <a:defRPr sz="2000" kern="1200">
          <a:solidFill>
            <a:srgbClr val="F2F2F2"/>
          </a:solidFill>
          <a:latin typeface="+mj-lt"/>
          <a:ea typeface="+mn-ea"/>
          <a:cs typeface="+mn-cs"/>
        </a:defRPr>
      </a:lvl3pPr>
      <a:lvl4pPr marL="755650" indent="-166688" algn="l" defTabSz="685800" rtl="0" fontAlgn="base">
        <a:lnSpc>
          <a:spcPct val="90000"/>
        </a:lnSpc>
        <a:spcBef>
          <a:spcPct val="20000"/>
        </a:spcBef>
        <a:spcAft>
          <a:spcPct val="0"/>
        </a:spcAft>
        <a:buSzPct val="90000"/>
        <a:buFont typeface="Arial" panose="020B0604020202020204" pitchFamily="34" charset="0"/>
        <a:buChar char="•"/>
        <a:defRPr sz="1800" kern="1200">
          <a:solidFill>
            <a:srgbClr val="F2F2F2"/>
          </a:solidFill>
          <a:latin typeface="+mj-lt"/>
          <a:ea typeface="+mn-ea"/>
          <a:cs typeface="+mn-cs"/>
        </a:defRPr>
      </a:lvl4pPr>
      <a:lvl5pPr marL="923925" indent="-166688" algn="l" defTabSz="685800" rtl="0" fontAlgn="base">
        <a:lnSpc>
          <a:spcPct val="90000"/>
        </a:lnSpc>
        <a:spcBef>
          <a:spcPct val="20000"/>
        </a:spcBef>
        <a:spcAft>
          <a:spcPct val="0"/>
        </a:spcAft>
        <a:buSzPct val="90000"/>
        <a:buFont typeface="Arial" panose="020B0604020202020204" pitchFamily="34" charset="0"/>
        <a:buChar char="•"/>
        <a:defRPr sz="1800" kern="1200">
          <a:solidFill>
            <a:srgbClr val="F2F2F2"/>
          </a:solidFill>
          <a:latin typeface="+mj-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9240" y="289512"/>
            <a:ext cx="1165584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69241" y="1189179"/>
            <a:ext cx="11653520" cy="1587999"/>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ounded Rectangle 4"/>
          <p:cNvSpPr/>
          <p:nvPr userDrawn="1"/>
        </p:nvSpPr>
        <p:spPr>
          <a:xfrm>
            <a:off x="406401" y="328613"/>
            <a:ext cx="11377084" cy="6197600"/>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 name="Rounded Rectangle 5"/>
          <p:cNvSpPr/>
          <p:nvPr userDrawn="1"/>
        </p:nvSpPr>
        <p:spPr>
          <a:xfrm>
            <a:off x="558129" y="435546"/>
            <a:ext cx="11075745" cy="603387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cxnSp>
        <p:nvCxnSpPr>
          <p:cNvPr id="7" name="Straight Connector 7"/>
          <p:cNvCxnSpPr>
            <a:cxnSpLocks noChangeShapeType="1"/>
          </p:cNvCxnSpPr>
          <p:nvPr userDrawn="1"/>
        </p:nvCxnSpPr>
        <p:spPr bwMode="auto">
          <a:xfrm>
            <a:off x="711200" y="1447800"/>
            <a:ext cx="10769600" cy="1588"/>
          </a:xfrm>
          <a:prstGeom prst="line">
            <a:avLst/>
          </a:prstGeom>
          <a:noFill/>
          <a:ln w="57150" algn="ctr">
            <a:solidFill>
              <a:srgbClr val="00008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55893998"/>
      </p:ext>
    </p:extLst>
  </p:cSld>
  <p:clrMap bg1="lt1" tx1="dk1" bg2="lt2" tx2="dk2" accent1="accent1" accent2="accent2" accent3="accent3" accent4="accent4" accent5="accent5" accent6="accent6" hlink="hlink" folHlink="folHlink"/>
  <p:sldLayoutIdLst>
    <p:sldLayoutId id="2147484179" r:id="rId1"/>
    <p:sldLayoutId id="2147484180" r:id="rId2"/>
    <p:sldLayoutId id="2147484181" r:id="rId3"/>
    <p:sldLayoutId id="2147484182" r:id="rId4"/>
    <p:sldLayoutId id="2147484183" r:id="rId5"/>
  </p:sldLayoutIdLst>
  <p:transition>
    <p:fade/>
  </p:transition>
  <p:txStyles>
    <p:titleStyle>
      <a:lvl1pPr algn="l" defTabSz="685845" rtl="0" eaLnBrk="1" latinLnBrk="0" hangingPunct="1">
        <a:lnSpc>
          <a:spcPct val="90000"/>
        </a:lnSpc>
        <a:spcBef>
          <a:spcPct val="0"/>
        </a:spcBef>
        <a:buNone/>
        <a:defRPr lang="en-US" sz="3971" b="0" kern="1200" cap="none" spc="-75"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52134" marR="0" indent="-252134" algn="l" defTabSz="685845" rtl="0" eaLnBrk="1" fontAlgn="auto" latinLnBrk="0" hangingPunct="1">
        <a:lnSpc>
          <a:spcPct val="90000"/>
        </a:lnSpc>
        <a:spcBef>
          <a:spcPct val="20000"/>
        </a:spcBef>
        <a:spcAft>
          <a:spcPts val="0"/>
        </a:spcAft>
        <a:buClrTx/>
        <a:buSzPct val="90000"/>
        <a:buFont typeface="Arial" pitchFamily="34" charset="0"/>
        <a:buChar char="•"/>
        <a:tabLst/>
        <a:defRPr sz="2941" kern="1200" spc="0" baseline="0">
          <a:gradFill>
            <a:gsLst>
              <a:gs pos="1250">
                <a:schemeClr val="tx1"/>
              </a:gs>
              <a:gs pos="100000">
                <a:schemeClr val="tx1"/>
              </a:gs>
            </a:gsLst>
            <a:lin ang="5400000" scaled="0"/>
          </a:gradFill>
          <a:latin typeface="+mj-lt"/>
          <a:ea typeface="+mn-ea"/>
          <a:cs typeface="+mn-cs"/>
        </a:defRPr>
      </a:lvl1pPr>
      <a:lvl2pPr marL="429562" marR="0" indent="-177428" algn="l" defTabSz="685845"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2pPr>
      <a:lvl3pPr marL="588314"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471" kern="1200" spc="0" baseline="0">
          <a:gradFill>
            <a:gsLst>
              <a:gs pos="1250">
                <a:schemeClr val="tx1"/>
              </a:gs>
              <a:gs pos="100000">
                <a:schemeClr val="tx1"/>
              </a:gs>
            </a:gsLst>
            <a:lin ang="5400000" scaled="0"/>
          </a:gradFill>
          <a:latin typeface="+mn-lt"/>
          <a:ea typeface="+mn-ea"/>
          <a:cs typeface="+mn-cs"/>
        </a:defRPr>
      </a:lvl3pPr>
      <a:lvl4pPr marL="75640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4pPr>
      <a:lvl5pPr marL="92449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96DFF08F-DC6B-4601-B491-B0F83F6DD2DA}" type="datetimeFigureOut">
              <a:rPr lang="en-US" dirty="0"/>
              <a:pPr/>
              <a:t>12/5/2023</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103543618"/>
      </p:ext>
    </p:extLst>
  </p:cSld>
  <p:clrMap bg1="lt1" tx1="dk1" bg2="lt2" tx2="dk2" accent1="accent1" accent2="accent2" accent3="accent3" accent4="accent4" accent5="accent5" accent6="accent6" hlink="hlink" folHlink="folHlink"/>
  <p:sldLayoutIdLst>
    <p:sldLayoutId id="2147484236" r:id="rId1"/>
    <p:sldLayoutId id="2147484237" r:id="rId2"/>
    <p:sldLayoutId id="2147484238" r:id="rId3"/>
    <p:sldLayoutId id="2147484239" r:id="rId4"/>
    <p:sldLayoutId id="2147484240" r:id="rId5"/>
    <p:sldLayoutId id="2147484241" r:id="rId6"/>
    <p:sldLayoutId id="2147484242" r:id="rId7"/>
    <p:sldLayoutId id="2147484243" r:id="rId8"/>
    <p:sldLayoutId id="2147484244" r:id="rId9"/>
    <p:sldLayoutId id="2147484245" r:id="rId10"/>
    <p:sldLayoutId id="2147484246" r:id="rId11"/>
    <p:sldLayoutId id="2147484247" r:id="rId12"/>
  </p:sldLayoutIdLst>
  <p:transition>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image" Target="../media/image10.emf"/><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r"/>
            <a:r>
              <a:rPr lang="en-US" sz="3200" dirty="0"/>
              <a:t>Exam Prep: </a:t>
            </a:r>
            <a:br>
              <a:rPr lang="en-US" sz="3200" dirty="0"/>
            </a:br>
            <a:r>
              <a:rPr lang="en-US" sz="3200" dirty="0"/>
              <a:t>Microsoft Technology Associate 98-365: Windows Server Administration Fundamentals</a:t>
            </a:r>
            <a:endParaRPr lang="en-US" sz="3200" dirty="0">
              <a:effectLs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025" y="6096000"/>
            <a:ext cx="1428750" cy="571500"/>
          </a:xfrm>
          <a:prstGeom prst="rect">
            <a:avLst/>
          </a:prstGeom>
        </p:spPr>
      </p:pic>
    </p:spTree>
    <p:extLst>
      <p:ext uri="{BB962C8B-B14F-4D97-AF65-F5344CB8AC3E}">
        <p14:creationId xmlns:p14="http://schemas.microsoft.com/office/powerpoint/2010/main" val="1427198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Course Topics</a:t>
            </a:r>
          </a:p>
        </p:txBody>
      </p:sp>
      <p:graphicFrame>
        <p:nvGraphicFramePr>
          <p:cNvPr id="11" name="Content Placeholder 6"/>
          <p:cNvGraphicFramePr>
            <a:graphicFrameLocks noGrp="1"/>
          </p:cNvGraphicFramePr>
          <p:nvPr>
            <p:ph sz="quarter" idx="4294967295"/>
            <p:extLst>
              <p:ext uri="{D42A27DB-BD31-4B8C-83A1-F6EECF244321}">
                <p14:modId xmlns:p14="http://schemas.microsoft.com/office/powerpoint/2010/main" val="2608353373"/>
              </p:ext>
            </p:extLst>
          </p:nvPr>
        </p:nvGraphicFramePr>
        <p:xfrm>
          <a:off x="457200" y="1371600"/>
          <a:ext cx="10222249" cy="3996893"/>
        </p:xfrm>
        <a:graphic>
          <a:graphicData uri="http://schemas.openxmlformats.org/drawingml/2006/table">
            <a:tbl>
              <a:tblPr firstRow="1" bandRow="1">
                <a:tableStyleId>{5C22544A-7EE6-4342-B048-85BDC9FD1C3A}</a:tableStyleId>
              </a:tblPr>
              <a:tblGrid>
                <a:gridCol w="10222249">
                  <a:extLst>
                    <a:ext uri="{9D8B030D-6E8A-4147-A177-3AD203B41FA5}">
                      <a16:colId xmlns:a16="http://schemas.microsoft.com/office/drawing/2014/main" val="20000"/>
                    </a:ext>
                  </a:extLst>
                </a:gridCol>
              </a:tblGrid>
              <a:tr h="796493">
                <a:tc>
                  <a:txBody>
                    <a:bodyPr/>
                    <a:lstStyle/>
                    <a:p>
                      <a:r>
                        <a:rPr lang="en-US" sz="3200" b="0" dirty="0">
                          <a:latin typeface="Segoe UI Light" panose="020B0502040204020203" pitchFamily="34" charset="0"/>
                          <a:cs typeface="Segoe UI Light" panose="020B0502040204020203" pitchFamily="34" charset="0"/>
                        </a:rPr>
                        <a:t>Windows</a:t>
                      </a:r>
                      <a:r>
                        <a:rPr lang="en-US" sz="3200" b="0" baseline="0" dirty="0">
                          <a:latin typeface="Segoe UI Light" panose="020B0502040204020203" pitchFamily="34" charset="0"/>
                          <a:cs typeface="Segoe UI Light" panose="020B0502040204020203" pitchFamily="34" charset="0"/>
                        </a:rPr>
                        <a:t> Server Administration Fundamentals</a:t>
                      </a:r>
                      <a:endParaRPr lang="en-US" sz="32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val="10000"/>
                  </a:ext>
                </a:extLst>
              </a:tr>
              <a:tr h="452308">
                <a:tc>
                  <a:txBody>
                    <a:bodyPr/>
                    <a:lstStyle/>
                    <a:p>
                      <a:pPr marL="571500" indent="-571500">
                        <a:tabLst>
                          <a:tab pos="573088" algn="l"/>
                        </a:tabLst>
                      </a:pPr>
                      <a:r>
                        <a:rPr lang="en-US" sz="2400" dirty="0">
                          <a:latin typeface="Segoe UI Light" panose="020B0502040204020203" pitchFamily="34" charset="0"/>
                          <a:cs typeface="Segoe UI Light" panose="020B0502040204020203" pitchFamily="34" charset="0"/>
                        </a:rPr>
                        <a:t>01 | Server Overview</a:t>
                      </a:r>
                    </a:p>
                  </a:txBody>
                  <a:tcPr anchor="ctr"/>
                </a:tc>
                <a:extLst>
                  <a:ext uri="{0D108BD9-81ED-4DB2-BD59-A6C34878D82A}">
                    <a16:rowId xmlns:a16="http://schemas.microsoft.com/office/drawing/2014/main" val="10001"/>
                  </a:ext>
                </a:extLst>
              </a:tr>
              <a:tr h="452308">
                <a:tc>
                  <a:txBody>
                    <a:bodyPr/>
                    <a:lstStyle/>
                    <a:p>
                      <a:pPr marL="573088" indent="-573088">
                        <a:tabLst/>
                      </a:pPr>
                      <a:r>
                        <a:rPr lang="en-US" sz="2400" dirty="0">
                          <a:latin typeface="Segoe UI Light" panose="020B0502040204020203" pitchFamily="34" charset="0"/>
                          <a:cs typeface="Segoe UI Light" panose="020B0502040204020203" pitchFamily="34" charset="0"/>
                        </a:rPr>
                        <a:t>02 | Managing Windows Server 20</a:t>
                      </a:r>
                      <a:r>
                        <a:rPr lang="az-Latn-AZ" sz="2400" dirty="0">
                          <a:latin typeface="Segoe UI Light" panose="020B0502040204020203" pitchFamily="34" charset="0"/>
                          <a:cs typeface="Segoe UI Light" panose="020B0502040204020203" pitchFamily="34" charset="0"/>
                        </a:rPr>
                        <a:t>22</a:t>
                      </a:r>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val="10002"/>
                  </a:ext>
                </a:extLst>
              </a:tr>
              <a:tr h="452308">
                <a:tc>
                  <a:txBody>
                    <a:bodyPr/>
                    <a:lstStyle/>
                    <a:p>
                      <a:pPr marL="573088" indent="-573088">
                        <a:tabLst/>
                      </a:pPr>
                      <a:r>
                        <a:rPr lang="en-US" sz="2400" dirty="0">
                          <a:latin typeface="Segoe UI Light" panose="020B0502040204020203" pitchFamily="34" charset="0"/>
                          <a:cs typeface="Segoe UI Light" panose="020B0502040204020203" pitchFamily="34" charset="0"/>
                        </a:rPr>
                        <a:t>03 | Managing Storage</a:t>
                      </a:r>
                    </a:p>
                  </a:txBody>
                  <a:tcPr anchor="ctr"/>
                </a:tc>
                <a:extLst>
                  <a:ext uri="{0D108BD9-81ED-4DB2-BD59-A6C34878D82A}">
                    <a16:rowId xmlns:a16="http://schemas.microsoft.com/office/drawing/2014/main" val="10003"/>
                  </a:ext>
                </a:extLst>
              </a:tr>
              <a:tr h="452308">
                <a:tc>
                  <a:txBody>
                    <a:bodyPr/>
                    <a:lstStyle/>
                    <a:p>
                      <a:pPr marL="573088" indent="-573088"/>
                      <a:r>
                        <a:rPr lang="en-US" sz="2400" dirty="0">
                          <a:latin typeface="Segoe UI Light" panose="020B0502040204020203" pitchFamily="34" charset="0"/>
                          <a:cs typeface="Segoe UI Light" panose="020B0502040204020203" pitchFamily="34" charset="0"/>
                        </a:rPr>
                        <a:t>04 | Monitoring and Troubleshooting</a:t>
                      </a:r>
                      <a:r>
                        <a:rPr lang="en-US" sz="2400" baseline="0" dirty="0">
                          <a:latin typeface="Segoe UI Light" panose="020B0502040204020203" pitchFamily="34" charset="0"/>
                          <a:cs typeface="Segoe UI Light" panose="020B0502040204020203" pitchFamily="34" charset="0"/>
                        </a:rPr>
                        <a:t> Servers</a:t>
                      </a:r>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val="10004"/>
                  </a:ext>
                </a:extLst>
              </a:tr>
              <a:tr h="452308">
                <a:tc>
                  <a:txBody>
                    <a:bodyPr/>
                    <a:lstStyle/>
                    <a:p>
                      <a:pPr marL="573088" indent="-573088"/>
                      <a:r>
                        <a:rPr lang="en-US" sz="2400" dirty="0">
                          <a:latin typeface="Segoe UI Light" panose="020B0502040204020203" pitchFamily="34" charset="0"/>
                          <a:cs typeface="Segoe UI Light" panose="020B0502040204020203" pitchFamily="34" charset="0"/>
                        </a:rPr>
                        <a:t>05 | Essential</a:t>
                      </a:r>
                      <a:r>
                        <a:rPr lang="en-US" sz="2400" baseline="0" dirty="0">
                          <a:latin typeface="Segoe UI Light" panose="020B0502040204020203" pitchFamily="34" charset="0"/>
                          <a:cs typeface="Segoe UI Light" panose="020B0502040204020203" pitchFamily="34" charset="0"/>
                        </a:rPr>
                        <a:t> Services</a:t>
                      </a:r>
                      <a:endParaRPr lang="en-US" sz="2400" dirty="0">
                        <a:latin typeface="Segoe UI Light" panose="020B0502040204020203" pitchFamily="34" charset="0"/>
                        <a:cs typeface="Segoe UI Light" panose="020B0502040204020203" pitchFamily="34" charset="0"/>
                      </a:endParaRPr>
                    </a:p>
                  </a:txBody>
                  <a:tcPr anchor="ctr"/>
                </a:tc>
                <a:extLst>
                  <a:ext uri="{0D108BD9-81ED-4DB2-BD59-A6C34878D82A}">
                    <a16:rowId xmlns:a16="http://schemas.microsoft.com/office/drawing/2014/main" val="10005"/>
                  </a:ext>
                </a:extLst>
              </a:tr>
              <a:tr h="452308">
                <a:tc>
                  <a:txBody>
                    <a:bodyPr/>
                    <a:lstStyle/>
                    <a:p>
                      <a:pPr marL="573088" indent="-573088"/>
                      <a:r>
                        <a:rPr lang="en-US" sz="2400" dirty="0">
                          <a:latin typeface="Segoe UI Light" panose="020B0502040204020203" pitchFamily="34" charset="0"/>
                          <a:cs typeface="Segoe UI Light" panose="020B0502040204020203" pitchFamily="34" charset="0"/>
                        </a:rPr>
                        <a:t>06 | File and Print Services</a:t>
                      </a:r>
                    </a:p>
                  </a:txBody>
                  <a:tcPr anchor="ctr"/>
                </a:tc>
                <a:extLst>
                  <a:ext uri="{0D108BD9-81ED-4DB2-BD59-A6C34878D82A}">
                    <a16:rowId xmlns:a16="http://schemas.microsoft.com/office/drawing/2014/main" val="10006"/>
                  </a:ext>
                </a:extLst>
              </a:tr>
              <a:tr h="452308">
                <a:tc>
                  <a:txBody>
                    <a:bodyPr/>
                    <a:lstStyle/>
                    <a:p>
                      <a:pPr marL="573088" marR="0" indent="-573088" algn="l" defTabSz="514384" rtl="0" eaLnBrk="1" fontAlgn="auto" latinLnBrk="0" hangingPunct="1">
                        <a:lnSpc>
                          <a:spcPct val="100000"/>
                        </a:lnSpc>
                        <a:spcBef>
                          <a:spcPts val="0"/>
                        </a:spcBef>
                        <a:spcAft>
                          <a:spcPts val="0"/>
                        </a:spcAft>
                        <a:buClrTx/>
                        <a:buSzTx/>
                        <a:buFontTx/>
                        <a:buNone/>
                        <a:tabLst/>
                        <a:defRPr/>
                      </a:pPr>
                      <a:r>
                        <a:rPr lang="en-US" sz="2400" dirty="0">
                          <a:latin typeface="Segoe UI Light" panose="020B0502040204020203" pitchFamily="34" charset="0"/>
                          <a:cs typeface="Segoe UI Light" panose="020B0502040204020203" pitchFamily="34" charset="0"/>
                        </a:rPr>
                        <a:t>07 | Popular Network Services and Applications</a:t>
                      </a:r>
                    </a:p>
                  </a:txBody>
                  <a:tcPr anchor="ctr"/>
                </a:tc>
                <a:extLst>
                  <a:ext uri="{0D108BD9-81ED-4DB2-BD59-A6C34878D82A}">
                    <a16:rowId xmlns:a16="http://schemas.microsoft.com/office/drawing/2014/main" val="10007"/>
                  </a:ext>
                </a:extLst>
              </a:tr>
            </a:tbl>
          </a:graphicData>
        </a:graphic>
      </p:graphicFrame>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6372" y="5987205"/>
            <a:ext cx="1847574" cy="739030"/>
          </a:xfrm>
          <a:prstGeom prst="rect">
            <a:avLst/>
          </a:prstGeom>
        </p:spPr>
      </p:pic>
    </p:spTree>
    <p:extLst>
      <p:ext uri="{BB962C8B-B14F-4D97-AF65-F5344CB8AC3E}">
        <p14:creationId xmlns:p14="http://schemas.microsoft.com/office/powerpoint/2010/main" val="31573192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9" name="Rectangle 5128">
            <a:extLst>
              <a:ext uri="{FF2B5EF4-FFF2-40B4-BE49-F238E27FC236}">
                <a16:creationId xmlns:a16="http://schemas.microsoft.com/office/drawing/2014/main" id="{790A1E90-3420-4E7F-8D18-A985859EC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5131" name="Straight Connector 5130">
            <a:extLst>
              <a:ext uri="{FF2B5EF4-FFF2-40B4-BE49-F238E27FC236}">
                <a16:creationId xmlns:a16="http://schemas.microsoft.com/office/drawing/2014/main" id="{5A2EF18F-64E2-4A61-9F14-EF81380575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38400" y="5323114"/>
            <a:ext cx="7315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3895344"/>
            <a:ext cx="9966960" cy="1490472"/>
          </a:xfrm>
        </p:spPr>
        <p:txBody>
          <a:bodyPr>
            <a:normAutofit/>
          </a:bodyPr>
          <a:lstStyle/>
          <a:p>
            <a:pPr defTabSz="914367" eaLnBrk="1" fontAlgn="auto" hangingPunct="1">
              <a:spcAft>
                <a:spcPts val="0"/>
              </a:spcAft>
              <a:defRPr/>
            </a:pPr>
            <a:r>
              <a:rPr lang="en-US" sz="5400"/>
              <a:t>Server Overview</a:t>
            </a:r>
          </a:p>
        </p:txBody>
      </p:sp>
      <p:sp>
        <p:nvSpPr>
          <p:cNvPr id="5123" name="Subtitle 2"/>
          <p:cNvSpPr>
            <a:spLocks noGrp="1"/>
          </p:cNvSpPr>
          <p:nvPr>
            <p:ph type="subTitle" idx="1"/>
          </p:nvPr>
        </p:nvSpPr>
        <p:spPr>
          <a:xfrm>
            <a:off x="1709530" y="5458949"/>
            <a:ext cx="8767860" cy="721416"/>
          </a:xfrm>
        </p:spPr>
        <p:txBody>
          <a:bodyPr>
            <a:normAutofit/>
          </a:bodyPr>
          <a:lstStyle/>
          <a:p>
            <a:pPr defTabSz="685845" fontAlgn="auto">
              <a:spcAft>
                <a:spcPts val="0"/>
              </a:spcAft>
              <a:defRPr/>
            </a:pPr>
            <a:r>
              <a:rPr lang="en-US" sz="2000"/>
              <a:t>Module 1</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700"/>
                                        <p:tgtEl>
                                          <p:spTgt spid="512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12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dirty="0"/>
              <a:t>Objectives</a:t>
            </a:r>
          </a:p>
        </p:txBody>
      </p:sp>
      <p:sp>
        <p:nvSpPr>
          <p:cNvPr id="7171" name="Rectangle 22"/>
          <p:cNvSpPr>
            <a:spLocks noChangeArrowheads="1"/>
          </p:cNvSpPr>
          <p:nvPr/>
        </p:nvSpPr>
        <p:spPr bwMode="auto">
          <a:xfrm>
            <a:off x="1981200" y="14478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spcBef>
                <a:spcPct val="20000"/>
              </a:spcBef>
              <a:buClr>
                <a:srgbClr val="0000CC"/>
              </a:buClr>
              <a:buFontTx/>
              <a:buChar char="•"/>
            </a:pPr>
            <a:endParaRPr lang="en-US" altLang="en-US" sz="3200">
              <a:latin typeface="Franklin Gothic Book" panose="020B05030201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417825126"/>
              </p:ext>
            </p:extLst>
          </p:nvPr>
        </p:nvGraphicFramePr>
        <p:xfrm>
          <a:off x="1981200" y="1458913"/>
          <a:ext cx="8153400" cy="4664114"/>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40180">
                <a:tc>
                  <a:txBody>
                    <a:bodyPr/>
                    <a:lstStyle/>
                    <a:p>
                      <a:r>
                        <a:rPr lang="en-US" sz="1800" dirty="0"/>
                        <a:t>Skills/Concepts</a:t>
                      </a:r>
                    </a:p>
                  </a:txBody>
                  <a:tcPr marT="45726" marB="45726"/>
                </a:tc>
                <a:tc>
                  <a:txBody>
                    <a:bodyPr/>
                    <a:lstStyle/>
                    <a:p>
                      <a:r>
                        <a:rPr lang="en-US" sz="1800" dirty="0"/>
                        <a:t>Objective Domain Description</a:t>
                      </a:r>
                    </a:p>
                  </a:txBody>
                  <a:tcPr marT="45726" marB="45726"/>
                </a:tc>
                <a:tc>
                  <a:txBody>
                    <a:bodyPr/>
                    <a:lstStyle/>
                    <a:p>
                      <a:r>
                        <a:rPr lang="en-US" sz="1800" dirty="0"/>
                        <a:t>Objective Domain Number</a:t>
                      </a:r>
                    </a:p>
                  </a:txBody>
                  <a:tcPr marT="45726" marB="45726"/>
                </a:tc>
                <a:extLst>
                  <a:ext uri="{0D108BD9-81ED-4DB2-BD59-A6C34878D82A}">
                    <a16:rowId xmlns:a16="http://schemas.microsoft.com/office/drawing/2014/main" val="10000"/>
                  </a:ext>
                </a:extLst>
              </a:tr>
              <a:tr h="914794">
                <a:tc>
                  <a:txBody>
                    <a:bodyPr/>
                    <a:lstStyle/>
                    <a:p>
                      <a:r>
                        <a:rPr lang="en-US" sz="1800" dirty="0"/>
                        <a:t>Installing Windows Server 20</a:t>
                      </a:r>
                      <a:r>
                        <a:rPr lang="az-Latn-AZ" sz="1800" dirty="0"/>
                        <a:t>22</a:t>
                      </a:r>
                      <a:endParaRPr lang="en-US" sz="1800" dirty="0"/>
                    </a:p>
                  </a:txBody>
                  <a:tcPr marT="45726" marB="45726"/>
                </a:tc>
                <a:tc>
                  <a:txBody>
                    <a:bodyPr/>
                    <a:lstStyle/>
                    <a:p>
                      <a:r>
                        <a:rPr lang="en-US" sz="1800" dirty="0"/>
                        <a:t>Understand server installation options.</a:t>
                      </a:r>
                    </a:p>
                  </a:txBody>
                  <a:tcPr marT="45726" marB="45726"/>
                </a:tc>
                <a:tc>
                  <a:txBody>
                    <a:bodyPr/>
                    <a:lstStyle/>
                    <a:p>
                      <a:r>
                        <a:rPr lang="en-US" sz="1800" dirty="0"/>
                        <a:t>1.3</a:t>
                      </a:r>
                    </a:p>
                  </a:txBody>
                  <a:tcPr marT="45726" marB="45726"/>
                </a:tc>
                <a:extLst>
                  <a:ext uri="{0D108BD9-81ED-4DB2-BD59-A6C34878D82A}">
                    <a16:rowId xmlns:a16="http://schemas.microsoft.com/office/drawing/2014/main" val="10001"/>
                  </a:ext>
                </a:extLst>
              </a:tr>
              <a:tr h="914544">
                <a:tc>
                  <a:txBody>
                    <a:bodyPr/>
                    <a:lstStyle/>
                    <a:p>
                      <a:r>
                        <a:rPr lang="en-US" sz="1800" dirty="0"/>
                        <a:t>Introducing</a:t>
                      </a:r>
                      <a:r>
                        <a:rPr lang="en-US" sz="1800" baseline="0" dirty="0"/>
                        <a:t> Server Roles</a:t>
                      </a:r>
                      <a:endParaRPr lang="en-US" sz="1800" dirty="0"/>
                    </a:p>
                  </a:txBody>
                  <a:tcPr marT="45726" marB="45726"/>
                </a:tc>
                <a:tc>
                  <a:txBody>
                    <a:bodyPr/>
                    <a:lstStyle/>
                    <a:p>
                      <a:r>
                        <a:rPr lang="en-US" sz="1800" dirty="0"/>
                        <a:t>Identify application servers.</a:t>
                      </a:r>
                    </a:p>
                  </a:txBody>
                  <a:tcPr marT="45726" marB="45726"/>
                </a:tc>
                <a:tc>
                  <a:txBody>
                    <a:bodyPr/>
                    <a:lstStyle/>
                    <a:p>
                      <a:r>
                        <a:rPr lang="en-US" sz="1800" dirty="0"/>
                        <a:t>2.1</a:t>
                      </a:r>
                    </a:p>
                  </a:txBody>
                  <a:tcPr marT="45726" marB="45726"/>
                </a:tc>
                <a:extLst>
                  <a:ext uri="{0D108BD9-81ED-4DB2-BD59-A6C34878D82A}">
                    <a16:rowId xmlns:a16="http://schemas.microsoft.com/office/drawing/2014/main" val="10002"/>
                  </a:ext>
                </a:extLst>
              </a:tr>
              <a:tr h="914396">
                <a:tc>
                  <a:txBody>
                    <a:bodyPr/>
                    <a:lstStyle/>
                    <a:p>
                      <a:r>
                        <a:rPr lang="en-US" sz="1800" dirty="0"/>
                        <a:t>Comparing</a:t>
                      </a:r>
                      <a:r>
                        <a:rPr lang="en-US" sz="1800" baseline="0" dirty="0"/>
                        <a:t> Physical Servers and Virtual Servers</a:t>
                      </a:r>
                      <a:endParaRPr lang="en-US" sz="1800" dirty="0"/>
                    </a:p>
                  </a:txBody>
                  <a:tcPr marT="45726" marB="45726"/>
                </a:tc>
                <a:tc>
                  <a:txBody>
                    <a:bodyPr/>
                    <a:lstStyle/>
                    <a:p>
                      <a:r>
                        <a:rPr lang="en-US" sz="1800" dirty="0"/>
                        <a:t>Understand server</a:t>
                      </a:r>
                      <a:r>
                        <a:rPr lang="en-US" sz="1800" baseline="0" dirty="0"/>
                        <a:t> virtualization.</a:t>
                      </a:r>
                      <a:endParaRPr lang="en-US" sz="1800" dirty="0"/>
                    </a:p>
                  </a:txBody>
                  <a:tcPr marT="45726" marB="45726"/>
                </a:tc>
                <a:tc>
                  <a:txBody>
                    <a:bodyPr/>
                    <a:lstStyle/>
                    <a:p>
                      <a:r>
                        <a:rPr lang="en-US" sz="1800" dirty="0"/>
                        <a:t>2.5</a:t>
                      </a:r>
                    </a:p>
                  </a:txBody>
                  <a:tcPr marT="45726" marB="45726"/>
                </a:tc>
                <a:extLst>
                  <a:ext uri="{0D108BD9-81ED-4DB2-BD59-A6C34878D82A}">
                    <a16:rowId xmlns:a16="http://schemas.microsoft.com/office/drawing/2014/main" val="10003"/>
                  </a:ext>
                </a:extLst>
              </a:tr>
              <a:tr h="640081">
                <a:tc>
                  <a:txBody>
                    <a:bodyPr/>
                    <a:lstStyle/>
                    <a:p>
                      <a:r>
                        <a:rPr lang="en-US" sz="1800" dirty="0"/>
                        <a:t>Selecting Server Hardware</a:t>
                      </a:r>
                    </a:p>
                  </a:txBody>
                  <a:tcPr marT="45726" marB="45726"/>
                </a:tc>
                <a:tc>
                  <a:txBody>
                    <a:bodyPr/>
                    <a:lstStyle/>
                    <a:p>
                      <a:r>
                        <a:rPr lang="en-US" sz="1800" dirty="0"/>
                        <a:t>Identify majo</a:t>
                      </a:r>
                      <a:r>
                        <a:rPr lang="en-US" sz="1800" baseline="0" dirty="0"/>
                        <a:t>r server hardware components</a:t>
                      </a:r>
                      <a:endParaRPr lang="en-US" sz="1800" dirty="0"/>
                    </a:p>
                  </a:txBody>
                  <a:tcPr marT="45726" marB="45726"/>
                </a:tc>
                <a:tc>
                  <a:txBody>
                    <a:bodyPr/>
                    <a:lstStyle/>
                    <a:p>
                      <a:r>
                        <a:rPr lang="en-US" sz="1800" dirty="0"/>
                        <a:t>5.1</a:t>
                      </a:r>
                    </a:p>
                  </a:txBody>
                  <a:tcPr marT="45726" marB="45726"/>
                </a:tc>
                <a:extLst>
                  <a:ext uri="{0D108BD9-81ED-4DB2-BD59-A6C34878D82A}">
                    <a16:rowId xmlns:a16="http://schemas.microsoft.com/office/drawing/2014/main" val="10004"/>
                  </a:ext>
                </a:extLst>
              </a:tr>
              <a:tr h="640081">
                <a:tc>
                  <a:txBody>
                    <a:bodyPr/>
                    <a:lstStyle/>
                    <a:p>
                      <a:r>
                        <a:rPr lang="en-US" sz="1800" dirty="0"/>
                        <a:t>Identify Methods to Install Windows</a:t>
                      </a:r>
                      <a:r>
                        <a:rPr lang="en-US" sz="1800" baseline="0" dirty="0"/>
                        <a:t> Servers</a:t>
                      </a:r>
                      <a:endParaRPr lang="en-US" sz="1800" dirty="0"/>
                    </a:p>
                  </a:txBody>
                  <a:tcPr marT="45726" marB="45726"/>
                </a:tc>
                <a:tc>
                  <a:txBody>
                    <a:bodyPr/>
                    <a:lstStyle/>
                    <a:p>
                      <a:r>
                        <a:rPr lang="en-US" sz="1800" dirty="0"/>
                        <a:t>Understand updates.</a:t>
                      </a:r>
                    </a:p>
                  </a:txBody>
                  <a:tcPr marT="45726" marB="45726"/>
                </a:tc>
                <a:tc>
                  <a:txBody>
                    <a:bodyPr/>
                    <a:lstStyle/>
                    <a:p>
                      <a:r>
                        <a:rPr lang="en-US" sz="1800" dirty="0"/>
                        <a:t>6.3</a:t>
                      </a:r>
                    </a:p>
                  </a:txBody>
                  <a:tcPr marT="45726" marB="45726"/>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3"/>
          <p:cNvSpPr>
            <a:spLocks noGrp="1" noChangeArrowheads="1"/>
          </p:cNvSpPr>
          <p:nvPr>
            <p:ph type="body" sz="quarter" idx="10"/>
          </p:nvPr>
        </p:nvSpPr>
        <p:spPr>
          <a:xfrm>
            <a:off x="381000" y="1600199"/>
            <a:ext cx="11541762" cy="1343303"/>
          </a:xfrm>
        </p:spPr>
        <p:txBody>
          <a:bodyPr>
            <a:normAutofit fontScale="92500" lnSpcReduction="20000"/>
          </a:bodyPr>
          <a:lstStyle/>
          <a:p>
            <a:pPr lvl="1"/>
            <a:r>
              <a:rPr lang="en-US" altLang="en-US" dirty="0"/>
              <a:t>A server is a computer that provides services, and a client is a computer that requests services.</a:t>
            </a:r>
          </a:p>
          <a:p>
            <a:pPr lvl="1"/>
            <a:r>
              <a:rPr lang="en-US" altLang="en-US" dirty="0"/>
              <a:t>A network made up of servers and clients is known as a client/server network</a:t>
            </a:r>
          </a:p>
          <a:p>
            <a:pPr lvl="1"/>
            <a:r>
              <a:rPr lang="en-US" altLang="en-US" dirty="0"/>
              <a:t>A server-based network is the best network for sharing resources and data, while providing centralized network security for those resources and data</a:t>
            </a:r>
          </a:p>
          <a:p>
            <a:pPr lvl="1"/>
            <a:r>
              <a:rPr lang="en-US" altLang="en-US" dirty="0"/>
              <a:t>Networks using Windows Server are typically client/server networks</a:t>
            </a:r>
          </a:p>
        </p:txBody>
      </p:sp>
      <p:sp>
        <p:nvSpPr>
          <p:cNvPr id="224258" name="Rectangle 2"/>
          <p:cNvSpPr>
            <a:spLocks noGrp="1" noChangeArrowheads="1"/>
          </p:cNvSpPr>
          <p:nvPr>
            <p:ph type="title"/>
          </p:nvPr>
        </p:nvSpPr>
        <p:spPr>
          <a:xfrm>
            <a:off x="838200" y="295152"/>
            <a:ext cx="10180320" cy="1670808"/>
          </a:xfrm>
        </p:spPr>
        <p:txBody>
          <a:bodyPr/>
          <a:lstStyle/>
          <a:p>
            <a:r>
              <a:rPr lang="en-US" dirty="0"/>
              <a:t>Server</a:t>
            </a:r>
          </a:p>
        </p:txBody>
      </p:sp>
      <p:pic>
        <p:nvPicPr>
          <p:cNvPr id="2" name="Picture 1"/>
          <p:cNvPicPr>
            <a:picLocks noChangeAspect="1"/>
          </p:cNvPicPr>
          <p:nvPr/>
        </p:nvPicPr>
        <p:blipFill>
          <a:blip r:embed="rId3"/>
          <a:stretch>
            <a:fillRect/>
          </a:stretch>
        </p:blipFill>
        <p:spPr>
          <a:xfrm>
            <a:off x="1069824" y="3276600"/>
            <a:ext cx="1882390" cy="2936349"/>
          </a:xfrm>
          <a:prstGeom prst="rect">
            <a:avLst/>
          </a:prstGeom>
        </p:spPr>
      </p:pic>
      <p:pic>
        <p:nvPicPr>
          <p:cNvPr id="11" name="Picture 10"/>
          <p:cNvPicPr>
            <a:picLocks noChangeAspect="1"/>
          </p:cNvPicPr>
          <p:nvPr/>
        </p:nvPicPr>
        <p:blipFill>
          <a:blip r:embed="rId4"/>
          <a:stretch>
            <a:fillRect/>
          </a:stretch>
        </p:blipFill>
        <p:spPr>
          <a:xfrm>
            <a:off x="8077200" y="3511689"/>
            <a:ext cx="2085505" cy="2127111"/>
          </a:xfrm>
          <a:prstGeom prst="rect">
            <a:avLst/>
          </a:prstGeom>
        </p:spPr>
      </p:pic>
      <p:pic>
        <p:nvPicPr>
          <p:cNvPr id="12" name="Picture 11"/>
          <p:cNvPicPr>
            <a:picLocks noChangeAspect="1"/>
          </p:cNvPicPr>
          <p:nvPr/>
        </p:nvPicPr>
        <p:blipFill>
          <a:blip r:embed="rId5"/>
          <a:stretch>
            <a:fillRect/>
          </a:stretch>
        </p:blipFill>
        <p:spPr>
          <a:xfrm>
            <a:off x="1942714" y="3511689"/>
            <a:ext cx="2875764" cy="2127111"/>
          </a:xfrm>
          <a:prstGeom prst="rect">
            <a:avLst/>
          </a:prstGeom>
        </p:spPr>
      </p:pic>
      <p:pic>
        <p:nvPicPr>
          <p:cNvPr id="9" name="Picture 8"/>
          <p:cNvPicPr>
            <a:picLocks noChangeAspect="1"/>
          </p:cNvPicPr>
          <p:nvPr/>
        </p:nvPicPr>
        <p:blipFill>
          <a:blip r:embed="rId6"/>
          <a:stretch>
            <a:fillRect/>
          </a:stretch>
        </p:blipFill>
        <p:spPr>
          <a:xfrm>
            <a:off x="7047428" y="3511689"/>
            <a:ext cx="953571" cy="781577"/>
          </a:xfrm>
          <a:prstGeom prst="rect">
            <a:avLst/>
          </a:prstGeom>
        </p:spPr>
      </p:pic>
      <p:pic>
        <p:nvPicPr>
          <p:cNvPr id="10" name="Picture 9"/>
          <p:cNvPicPr>
            <a:picLocks noChangeAspect="1"/>
          </p:cNvPicPr>
          <p:nvPr/>
        </p:nvPicPr>
        <p:blipFill>
          <a:blip r:embed="rId7"/>
          <a:stretch>
            <a:fillRect/>
          </a:stretch>
        </p:blipFill>
        <p:spPr>
          <a:xfrm>
            <a:off x="7047429" y="4968973"/>
            <a:ext cx="953571" cy="829234"/>
          </a:xfrm>
          <a:prstGeom prst="rect">
            <a:avLst/>
          </a:prstGeom>
        </p:spPr>
      </p:pic>
      <p:cxnSp>
        <p:nvCxnSpPr>
          <p:cNvPr id="14" name="Straight Connector 13"/>
          <p:cNvCxnSpPr>
            <a:stCxn id="2" idx="3"/>
          </p:cNvCxnSpPr>
          <p:nvPr/>
        </p:nvCxnSpPr>
        <p:spPr>
          <a:xfrm flipV="1">
            <a:off x="2952214" y="4744774"/>
            <a:ext cx="4571999" cy="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9" idx="2"/>
          </p:cNvCxnSpPr>
          <p:nvPr/>
        </p:nvCxnSpPr>
        <p:spPr>
          <a:xfrm flipH="1">
            <a:off x="7524213" y="4293266"/>
            <a:ext cx="1" cy="81213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9218">
                                            <p:txEl>
                                              <p:pRg st="1" end="1"/>
                                            </p:txEl>
                                          </p:spTgt>
                                        </p:tgtEl>
                                        <p:attrNameLst>
                                          <p:attrName>style.visibility</p:attrName>
                                        </p:attrNameLst>
                                      </p:cBhvr>
                                      <p:to>
                                        <p:strVal val="visible"/>
                                      </p:to>
                                    </p:set>
                                    <p:anim calcmode="lin" valueType="num">
                                      <p:cBhvr additive="base">
                                        <p:cTn id="24" dur="500" fill="hold"/>
                                        <p:tgtEl>
                                          <p:spTgt spid="9218">
                                            <p:txEl>
                                              <p:pRg st="1" end="1"/>
                                            </p:txEl>
                                          </p:spTgt>
                                        </p:tgtEl>
                                        <p:attrNameLst>
                                          <p:attrName>ppt_x</p:attrName>
                                        </p:attrNameLst>
                                      </p:cBhvr>
                                      <p:tavLst>
                                        <p:tav tm="0">
                                          <p:val>
                                            <p:strVal val="1+#ppt_w/2"/>
                                          </p:val>
                                        </p:tav>
                                        <p:tav tm="100000">
                                          <p:val>
                                            <p:strVal val="#ppt_x"/>
                                          </p:val>
                                        </p:tav>
                                      </p:tavLst>
                                    </p:anim>
                                    <p:anim calcmode="lin" valueType="num">
                                      <p:cBhvr additive="base">
                                        <p:cTn id="25" dur="500" fill="hold"/>
                                        <p:tgtEl>
                                          <p:spTgt spid="9218">
                                            <p:txEl>
                                              <p:pRg st="1" end="1"/>
                                            </p:txEl>
                                          </p:spTgt>
                                        </p:tgtEl>
                                        <p:attrNameLst>
                                          <p:attrName>ppt_y</p:attrName>
                                        </p:attrNameLst>
                                      </p:cBhvr>
                                      <p:tavLst>
                                        <p:tav tm="0">
                                          <p:val>
                                            <p:strVal val="#ppt_y"/>
                                          </p:val>
                                        </p:tav>
                                        <p:tav tm="100000">
                                          <p:val>
                                            <p:strVal val="#ppt_y"/>
                                          </p:val>
                                        </p:tav>
                                      </p:tavLst>
                                    </p:anim>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9218">
                                            <p:txEl>
                                              <p:pRg st="2" end="2"/>
                                            </p:txEl>
                                          </p:spTgt>
                                        </p:tgtEl>
                                        <p:attrNameLst>
                                          <p:attrName>style.visibility</p:attrName>
                                        </p:attrNameLst>
                                      </p:cBhvr>
                                      <p:to>
                                        <p:strVal val="visible"/>
                                      </p:to>
                                    </p:set>
                                    <p:anim calcmode="lin" valueType="num">
                                      <p:cBhvr additive="base">
                                        <p:cTn id="36" dur="500" fill="hold"/>
                                        <p:tgtEl>
                                          <p:spTgt spid="9218">
                                            <p:txEl>
                                              <p:pRg st="2" end="2"/>
                                            </p:txEl>
                                          </p:spTgt>
                                        </p:tgtEl>
                                        <p:attrNameLst>
                                          <p:attrName>ppt_x</p:attrName>
                                        </p:attrNameLst>
                                      </p:cBhvr>
                                      <p:tavLst>
                                        <p:tav tm="0">
                                          <p:val>
                                            <p:strVal val="1+#ppt_w/2"/>
                                          </p:val>
                                        </p:tav>
                                        <p:tav tm="100000">
                                          <p:val>
                                            <p:strVal val="#ppt_x"/>
                                          </p:val>
                                        </p:tav>
                                      </p:tavLst>
                                    </p:anim>
                                    <p:anim calcmode="lin" valueType="num">
                                      <p:cBhvr additive="base">
                                        <p:cTn id="37" dur="500" fill="hold"/>
                                        <p:tgtEl>
                                          <p:spTgt spid="9218">
                                            <p:txEl>
                                              <p:pRg st="2" end="2"/>
                                            </p:txEl>
                                          </p:spTgt>
                                        </p:tgtEl>
                                        <p:attrNameLst>
                                          <p:attrName>ppt_y</p:attrName>
                                        </p:attrNameLst>
                                      </p:cBhvr>
                                      <p:tavLst>
                                        <p:tav tm="0">
                                          <p:val>
                                            <p:strVal val="#ppt_y"/>
                                          </p:val>
                                        </p:tav>
                                        <p:tav tm="100000">
                                          <p:val>
                                            <p:strVal val="#ppt_y"/>
                                          </p:val>
                                        </p:tav>
                                      </p:tavLst>
                                    </p:anim>
                                  </p:childTnLst>
                                </p:cTn>
                              </p:par>
                              <p:par>
                                <p:cTn id="38" presetID="10" presetClass="exit" presetSubtype="0" fill="hold" nodeType="withEffect">
                                  <p:stCondLst>
                                    <p:cond delay="0"/>
                                  </p:stCondLst>
                                  <p:childTnLst>
                                    <p:animEffect transition="out" filter="fade">
                                      <p:cBhvr>
                                        <p:cTn id="39" dur="500"/>
                                        <p:tgtEl>
                                          <p:spTgt spid="9"/>
                                        </p:tgtEl>
                                      </p:cBhvr>
                                    </p:animEffect>
                                    <p:set>
                                      <p:cBhvr>
                                        <p:cTn id="40" dur="1" fill="hold">
                                          <p:stCondLst>
                                            <p:cond delay="499"/>
                                          </p:stCondLst>
                                        </p:cTn>
                                        <p:tgtEl>
                                          <p:spTgt spid="9"/>
                                        </p:tgtEl>
                                        <p:attrNameLst>
                                          <p:attrName>style.visibility</p:attrName>
                                        </p:attrNameLst>
                                      </p:cBhvr>
                                      <p:to>
                                        <p:strVal val="hidden"/>
                                      </p:to>
                                    </p:set>
                                  </p:childTnLst>
                                </p:cTn>
                              </p:par>
                            </p:childTnLst>
                          </p:cTn>
                        </p:par>
                        <p:par>
                          <p:cTn id="41" fill="hold">
                            <p:stCondLst>
                              <p:cond delay="500"/>
                            </p:stCondLst>
                            <p:childTnLst>
                              <p:par>
                                <p:cTn id="42" presetID="10" presetClass="exit" presetSubtype="0" fill="hold" nodeType="afterEffect">
                                  <p:stCondLst>
                                    <p:cond delay="0"/>
                                  </p:stCondLst>
                                  <p:childTnLst>
                                    <p:animEffect transition="out" filter="fade">
                                      <p:cBhvr>
                                        <p:cTn id="43" dur="500"/>
                                        <p:tgtEl>
                                          <p:spTgt spid="10"/>
                                        </p:tgtEl>
                                      </p:cBhvr>
                                    </p:animEffect>
                                    <p:set>
                                      <p:cBhvr>
                                        <p:cTn id="44" dur="1" fill="hold">
                                          <p:stCondLst>
                                            <p:cond delay="499"/>
                                          </p:stCondLst>
                                        </p:cTn>
                                        <p:tgtEl>
                                          <p:spTgt spid="10"/>
                                        </p:tgtEl>
                                        <p:attrNameLst>
                                          <p:attrName>style.visibility</p:attrName>
                                        </p:attrNameLst>
                                      </p:cBhvr>
                                      <p:to>
                                        <p:strVal val="hidden"/>
                                      </p:to>
                                    </p:set>
                                  </p:childTnLst>
                                </p:cTn>
                              </p:par>
                            </p:childTnLst>
                          </p:cTn>
                        </p:par>
                        <p:par>
                          <p:cTn id="45" fill="hold">
                            <p:stCondLst>
                              <p:cond delay="1000"/>
                            </p:stCondLst>
                            <p:childTnLst>
                              <p:par>
                                <p:cTn id="46" presetID="10" presetClass="exit" presetSubtype="0" fill="hold" nodeType="afterEffect">
                                  <p:stCondLst>
                                    <p:cond delay="0"/>
                                  </p:stCondLst>
                                  <p:childTnLst>
                                    <p:animEffect transition="out" filter="fade">
                                      <p:cBhvr>
                                        <p:cTn id="47" dur="500"/>
                                        <p:tgtEl>
                                          <p:spTgt spid="16"/>
                                        </p:tgtEl>
                                      </p:cBhvr>
                                    </p:animEffect>
                                    <p:set>
                                      <p:cBhvr>
                                        <p:cTn id="48" dur="1" fill="hold">
                                          <p:stCondLst>
                                            <p:cond delay="499"/>
                                          </p:stCondLst>
                                        </p:cTn>
                                        <p:tgtEl>
                                          <p:spTgt spid="16"/>
                                        </p:tgtEl>
                                        <p:attrNameLst>
                                          <p:attrName>style.visibility</p:attrName>
                                        </p:attrNameLst>
                                      </p:cBhvr>
                                      <p:to>
                                        <p:strVal val="hidden"/>
                                      </p:to>
                                    </p:set>
                                  </p:childTnLst>
                                </p:cTn>
                              </p:par>
                            </p:childTnLst>
                          </p:cTn>
                        </p:par>
                        <p:par>
                          <p:cTn id="49" fill="hold">
                            <p:stCondLst>
                              <p:cond delay="1500"/>
                            </p:stCondLst>
                            <p:childTnLst>
                              <p:par>
                                <p:cTn id="50" presetID="10" presetClass="exit" presetSubtype="0" fill="hold" nodeType="afterEffect">
                                  <p:stCondLst>
                                    <p:cond delay="0"/>
                                  </p:stCondLst>
                                  <p:childTnLst>
                                    <p:animEffect transition="out" filter="fade">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par>
                          <p:cTn id="53" fill="hold">
                            <p:stCondLst>
                              <p:cond delay="2000"/>
                            </p:stCondLst>
                            <p:childTnLst>
                              <p:par>
                                <p:cTn id="54" presetID="10" presetClass="exit" presetSubtype="0" fill="hold" nodeType="afterEffect">
                                  <p:stCondLst>
                                    <p:cond delay="0"/>
                                  </p:stCondLst>
                                  <p:childTnLst>
                                    <p:animEffect transition="out" filter="fade">
                                      <p:cBhvr>
                                        <p:cTn id="55" dur="500"/>
                                        <p:tgtEl>
                                          <p:spTgt spid="2"/>
                                        </p:tgtEl>
                                      </p:cBhvr>
                                    </p:animEffect>
                                    <p:set>
                                      <p:cBhvr>
                                        <p:cTn id="56" dur="1" fill="hold">
                                          <p:stCondLst>
                                            <p:cond delay="499"/>
                                          </p:stCondLst>
                                        </p:cTn>
                                        <p:tgtEl>
                                          <p:spTgt spid="2"/>
                                        </p:tgtEl>
                                        <p:attrNameLst>
                                          <p:attrName>style.visibility</p:attrName>
                                        </p:attrNameLst>
                                      </p:cBhvr>
                                      <p:to>
                                        <p:strVal val="hidden"/>
                                      </p:to>
                                    </p:set>
                                  </p:childTnLst>
                                </p:cTn>
                              </p:par>
                            </p:childTnLst>
                          </p:cTn>
                        </p:par>
                        <p:par>
                          <p:cTn id="57" fill="hold">
                            <p:stCondLst>
                              <p:cond delay="2500"/>
                            </p:stCondLst>
                            <p:childTnLst>
                              <p:par>
                                <p:cTn id="58" presetID="10" presetClass="entr" presetSubtype="0" fill="hold" nodeType="after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2000"/>
                                        <p:tgtEl>
                                          <p:spTgt spid="11"/>
                                        </p:tgtEl>
                                      </p:cBhvr>
                                    </p:animEffect>
                                  </p:childTnLst>
                                </p:cTn>
                              </p:par>
                              <p:par>
                                <p:cTn id="61" presetID="10" presetClass="entr" presetSubtype="0" fill="hold" nodeType="with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20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2" fill="hold" nodeType="clickEffect">
                                  <p:stCondLst>
                                    <p:cond delay="0"/>
                                  </p:stCondLst>
                                  <p:childTnLst>
                                    <p:set>
                                      <p:cBhvr>
                                        <p:cTn id="67" dur="1" fill="hold">
                                          <p:stCondLst>
                                            <p:cond delay="0"/>
                                          </p:stCondLst>
                                        </p:cTn>
                                        <p:tgtEl>
                                          <p:spTgt spid="9218">
                                            <p:txEl>
                                              <p:pRg st="3" end="3"/>
                                            </p:txEl>
                                          </p:spTgt>
                                        </p:tgtEl>
                                        <p:attrNameLst>
                                          <p:attrName>style.visibility</p:attrName>
                                        </p:attrNameLst>
                                      </p:cBhvr>
                                      <p:to>
                                        <p:strVal val="visible"/>
                                      </p:to>
                                    </p:set>
                                    <p:anim calcmode="lin" valueType="num">
                                      <p:cBhvr additive="base">
                                        <p:cTn id="68" dur="500" fill="hold"/>
                                        <p:tgtEl>
                                          <p:spTgt spid="9218">
                                            <p:txEl>
                                              <p:pRg st="3" end="3"/>
                                            </p:txEl>
                                          </p:spTgt>
                                        </p:tgtEl>
                                        <p:attrNameLst>
                                          <p:attrName>ppt_x</p:attrName>
                                        </p:attrNameLst>
                                      </p:cBhvr>
                                      <p:tavLst>
                                        <p:tav tm="0">
                                          <p:val>
                                            <p:strVal val="1+#ppt_w/2"/>
                                          </p:val>
                                        </p:tav>
                                        <p:tav tm="100000">
                                          <p:val>
                                            <p:strVal val="#ppt_x"/>
                                          </p:val>
                                        </p:tav>
                                      </p:tavLst>
                                    </p:anim>
                                    <p:anim calcmode="lin" valueType="num">
                                      <p:cBhvr additive="base">
                                        <p:cTn id="69" dur="500" fill="hold"/>
                                        <p:tgtEl>
                                          <p:spTgt spid="9218">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Rectangle 3"/>
          <p:cNvSpPr>
            <a:spLocks noGrp="1" noChangeArrowheads="1"/>
          </p:cNvSpPr>
          <p:nvPr>
            <p:ph type="body" sz="quarter" idx="10"/>
          </p:nvPr>
        </p:nvSpPr>
        <p:spPr>
          <a:xfrm>
            <a:off x="269239" y="1189177"/>
            <a:ext cx="11653523" cy="1415772"/>
          </a:xfrm>
        </p:spPr>
        <p:txBody>
          <a:bodyPr/>
          <a:lstStyle/>
          <a:p>
            <a:pPr lvl="1"/>
            <a:r>
              <a:rPr lang="en-US" altLang="en-US" dirty="0"/>
              <a:t>Windows Servers use ‘roles’ to define what services the server provides</a:t>
            </a:r>
          </a:p>
          <a:p>
            <a:pPr lvl="1"/>
            <a:r>
              <a:rPr lang="en-US" altLang="en-US" dirty="0"/>
              <a:t>A server can have multiple roles installed</a:t>
            </a:r>
          </a:p>
          <a:p>
            <a:pPr lvl="1"/>
            <a:r>
              <a:rPr lang="en-US" altLang="en-US" dirty="0"/>
              <a:t>When you are determining hardware and software needs, look at the role the computer needs to fill and the load the computer will be placed under</a:t>
            </a:r>
          </a:p>
        </p:txBody>
      </p:sp>
      <p:sp>
        <p:nvSpPr>
          <p:cNvPr id="224258" name="Rectangle 2"/>
          <p:cNvSpPr>
            <a:spLocks noGrp="1" noChangeArrowheads="1"/>
          </p:cNvSpPr>
          <p:nvPr>
            <p:ph type="title"/>
          </p:nvPr>
        </p:nvSpPr>
        <p:spPr>
          <a:xfrm>
            <a:off x="1600200" y="609600"/>
            <a:ext cx="9418320" cy="579577"/>
          </a:xfrm>
        </p:spPr>
        <p:txBody>
          <a:bodyPr>
            <a:normAutofit fontScale="90000"/>
          </a:bodyPr>
          <a:lstStyle/>
          <a:p>
            <a:r>
              <a:rPr lang="en-US" dirty="0"/>
              <a:t>Server Roles</a:t>
            </a:r>
          </a:p>
        </p:txBody>
      </p:sp>
      <p:pic>
        <p:nvPicPr>
          <p:cNvPr id="5" name="Picture 4"/>
          <p:cNvPicPr>
            <a:picLocks noChangeAspect="1"/>
          </p:cNvPicPr>
          <p:nvPr/>
        </p:nvPicPr>
        <p:blipFill>
          <a:blip r:embed="rId3"/>
          <a:stretch>
            <a:fillRect/>
          </a:stretch>
        </p:blipFill>
        <p:spPr>
          <a:xfrm>
            <a:off x="5109687" y="3963202"/>
            <a:ext cx="2053879" cy="1888722"/>
          </a:xfrm>
          <a:prstGeom prst="rect">
            <a:avLst/>
          </a:prstGeom>
        </p:spPr>
      </p:pic>
      <p:pic>
        <p:nvPicPr>
          <p:cNvPr id="6" name="Picture 5"/>
          <p:cNvPicPr>
            <a:picLocks noChangeAspect="1"/>
          </p:cNvPicPr>
          <p:nvPr/>
        </p:nvPicPr>
        <p:blipFill>
          <a:blip r:embed="rId4"/>
          <a:stretch>
            <a:fillRect/>
          </a:stretch>
        </p:blipFill>
        <p:spPr>
          <a:xfrm>
            <a:off x="1223487" y="3962401"/>
            <a:ext cx="2362966" cy="1889523"/>
          </a:xfrm>
          <a:prstGeom prst="rect">
            <a:avLst/>
          </a:prstGeom>
        </p:spPr>
      </p:pic>
      <p:pic>
        <p:nvPicPr>
          <p:cNvPr id="8" name="Picture 7"/>
          <p:cNvPicPr>
            <a:picLocks noChangeAspect="1"/>
          </p:cNvPicPr>
          <p:nvPr/>
        </p:nvPicPr>
        <p:blipFill>
          <a:blip r:embed="rId5"/>
          <a:stretch>
            <a:fillRect/>
          </a:stretch>
        </p:blipFill>
        <p:spPr>
          <a:xfrm>
            <a:off x="8686800" y="3962400"/>
            <a:ext cx="2392876" cy="1889523"/>
          </a:xfrm>
          <a:prstGeom prst="rect">
            <a:avLst/>
          </a:prstGeom>
        </p:spPr>
      </p:pic>
      <p:sp>
        <p:nvSpPr>
          <p:cNvPr id="2" name="TextBox 1"/>
          <p:cNvSpPr txBox="1"/>
          <p:nvPr/>
        </p:nvSpPr>
        <p:spPr>
          <a:xfrm>
            <a:off x="1338652" y="3124200"/>
            <a:ext cx="1918987"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File Services</a:t>
            </a:r>
          </a:p>
        </p:txBody>
      </p:sp>
      <p:sp>
        <p:nvSpPr>
          <p:cNvPr id="10" name="TextBox 9"/>
          <p:cNvSpPr txBox="1"/>
          <p:nvPr/>
        </p:nvSpPr>
        <p:spPr>
          <a:xfrm>
            <a:off x="4964344" y="3124200"/>
            <a:ext cx="2089033"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Web Services</a:t>
            </a:r>
          </a:p>
        </p:txBody>
      </p:sp>
      <p:sp>
        <p:nvSpPr>
          <p:cNvPr id="11" name="TextBox 10"/>
          <p:cNvSpPr txBox="1"/>
          <p:nvPr/>
        </p:nvSpPr>
        <p:spPr>
          <a:xfrm>
            <a:off x="8449031" y="3129815"/>
            <a:ext cx="267541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Directory Services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Effect transition="in" filter="fade">
                                      <p:cBhvr>
                                        <p:cTn id="7" dur="500"/>
                                        <p:tgtEl>
                                          <p:spTgt spid="1126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266">
                                            <p:txEl>
                                              <p:pRg st="1" end="1"/>
                                            </p:txEl>
                                          </p:spTgt>
                                        </p:tgtEl>
                                        <p:attrNameLst>
                                          <p:attrName>style.visibility</p:attrName>
                                        </p:attrNameLst>
                                      </p:cBhvr>
                                      <p:to>
                                        <p:strVal val="visible"/>
                                      </p:to>
                                    </p:set>
                                    <p:animEffect transition="in" filter="fade">
                                      <p:cBhvr>
                                        <p:cTn id="32" dur="500"/>
                                        <p:tgtEl>
                                          <p:spTgt spid="11266">
                                            <p:txEl>
                                              <p:p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1266">
                                            <p:txEl>
                                              <p:pRg st="2" end="2"/>
                                            </p:txEl>
                                          </p:spTgt>
                                        </p:tgtEl>
                                        <p:attrNameLst>
                                          <p:attrName>style.visibility</p:attrName>
                                        </p:attrNameLst>
                                      </p:cBhvr>
                                      <p:to>
                                        <p:strVal val="visible"/>
                                      </p:to>
                                    </p:set>
                                    <p:animEffect transition="in" filter="fade">
                                      <p:cBhvr>
                                        <p:cTn id="35" dur="500"/>
                                        <p:tgtEl>
                                          <p:spTgt spid="1126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Content Placeholder 2"/>
          <p:cNvSpPr>
            <a:spLocks noGrp="1"/>
          </p:cNvSpPr>
          <p:nvPr>
            <p:ph type="body" sz="quarter" idx="10"/>
          </p:nvPr>
        </p:nvSpPr>
        <p:spPr>
          <a:xfrm>
            <a:off x="269239" y="1189177"/>
            <a:ext cx="11653523" cy="1815882"/>
          </a:xfrm>
        </p:spPr>
        <p:txBody>
          <a:bodyPr/>
          <a:lstStyle/>
          <a:p>
            <a:pPr marL="252134" lvl="1" indent="0">
              <a:buNone/>
            </a:pPr>
            <a:r>
              <a:rPr lang="en-US" altLang="en-US" dirty="0">
                <a:latin typeface="+mj-lt"/>
              </a:rPr>
              <a:t>When choosing server hardware keep the following in mind</a:t>
            </a:r>
            <a:r>
              <a:rPr lang="en-US" altLang="en-US" dirty="0"/>
              <a:t>:</a:t>
            </a:r>
            <a:endParaRPr lang="en-US" altLang="en-US" dirty="0">
              <a:latin typeface="+mj-lt"/>
            </a:endParaRPr>
          </a:p>
          <a:p>
            <a:pPr marL="877424" lvl="2" indent="-457200">
              <a:buFont typeface="+mj-lt"/>
              <a:buAutoNum type="arabicPeriod"/>
            </a:pPr>
            <a:r>
              <a:rPr lang="en-US" altLang="en-US" dirty="0">
                <a:latin typeface="+mj-lt"/>
              </a:rPr>
              <a:t>Performance - Servers are intended to provide network services </a:t>
            </a:r>
            <a:r>
              <a:rPr lang="en-US" altLang="en-US" dirty="0"/>
              <a:t>to many users</a:t>
            </a:r>
            <a:endParaRPr lang="en-US" altLang="en-US" dirty="0">
              <a:latin typeface="+mj-lt"/>
            </a:endParaRPr>
          </a:p>
          <a:p>
            <a:pPr marL="877424" lvl="2" indent="-457200">
              <a:buFont typeface="+mj-lt"/>
              <a:buAutoNum type="arabicPeriod"/>
            </a:pPr>
            <a:r>
              <a:rPr lang="en-US" altLang="en-US" dirty="0">
                <a:latin typeface="+mj-lt"/>
              </a:rPr>
              <a:t>Availability - If the server fails or becomes unavailable, the issue will affect multiple people</a:t>
            </a:r>
          </a:p>
          <a:p>
            <a:pPr marL="877424" lvl="2" indent="-457200">
              <a:buFont typeface="+mj-lt"/>
              <a:buAutoNum type="arabicPeriod"/>
            </a:pPr>
            <a:r>
              <a:rPr lang="en-US" altLang="en-US" dirty="0">
                <a:latin typeface="+mj-lt"/>
              </a:rPr>
              <a:t>Cost – How to balance available budget with the goals of performance and availability</a:t>
            </a:r>
          </a:p>
          <a:p>
            <a:pPr lvl="1"/>
            <a:endParaRPr lang="en-US" altLang="en-US" dirty="0">
              <a:latin typeface="+mj-lt"/>
            </a:endParaRPr>
          </a:p>
        </p:txBody>
      </p:sp>
      <p:sp>
        <p:nvSpPr>
          <p:cNvPr id="2" name="Title 1"/>
          <p:cNvSpPr>
            <a:spLocks noGrp="1"/>
          </p:cNvSpPr>
          <p:nvPr>
            <p:ph type="title"/>
          </p:nvPr>
        </p:nvSpPr>
        <p:spPr>
          <a:xfrm>
            <a:off x="1828800" y="609600"/>
            <a:ext cx="9189720" cy="579577"/>
          </a:xfrm>
        </p:spPr>
        <p:txBody>
          <a:bodyPr>
            <a:normAutofit fontScale="90000"/>
          </a:bodyPr>
          <a:lstStyle/>
          <a:p>
            <a:r>
              <a:rPr lang="en-US" dirty="0"/>
              <a:t>Selecting Server Hardware</a:t>
            </a:r>
          </a:p>
        </p:txBody>
      </p:sp>
      <p:sp>
        <p:nvSpPr>
          <p:cNvPr id="3" name="Isosceles Triangle 2"/>
          <p:cNvSpPr/>
          <p:nvPr/>
        </p:nvSpPr>
        <p:spPr bwMode="auto">
          <a:xfrm>
            <a:off x="3962400" y="3005058"/>
            <a:ext cx="3962400" cy="3090941"/>
          </a:xfrm>
          <a:prstGeom prst="triangle">
            <a:avLst/>
          </a:prstGeom>
          <a:solidFill>
            <a:schemeClr val="accent3">
              <a:lumMod val="75000"/>
            </a:schemeClr>
          </a:solidFill>
          <a:ln>
            <a:solidFill>
              <a:schemeClr val="accent3"/>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3274" tIns="46637" rIns="93274"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4" name="TextBox 3"/>
          <p:cNvSpPr txBox="1"/>
          <p:nvPr/>
        </p:nvSpPr>
        <p:spPr>
          <a:xfrm rot="18150209">
            <a:off x="3630219" y="4200130"/>
            <a:ext cx="2004651"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Performance</a:t>
            </a:r>
          </a:p>
        </p:txBody>
      </p:sp>
      <p:sp>
        <p:nvSpPr>
          <p:cNvPr id="6" name="TextBox 5"/>
          <p:cNvSpPr txBox="1"/>
          <p:nvPr/>
        </p:nvSpPr>
        <p:spPr>
          <a:xfrm>
            <a:off x="5471195" y="6089581"/>
            <a:ext cx="94481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Cost</a:t>
            </a:r>
          </a:p>
        </p:txBody>
      </p:sp>
      <p:sp>
        <p:nvSpPr>
          <p:cNvPr id="7" name="TextBox 6"/>
          <p:cNvSpPr txBox="1"/>
          <p:nvPr/>
        </p:nvSpPr>
        <p:spPr>
          <a:xfrm rot="3403044">
            <a:off x="6428950" y="4200131"/>
            <a:ext cx="1713931" cy="627864"/>
          </a:xfrm>
          <a:prstGeom prst="rect">
            <a:avLst/>
          </a:prstGeom>
          <a:noFill/>
        </p:spPr>
        <p:txBody>
          <a:bodyPr wrap="none" lIns="182880" tIns="146304" rIns="182880" bIns="146304" rtlCol="0">
            <a:spAutoFit/>
          </a:bodyPr>
          <a:lstStyle/>
          <a:p>
            <a:pPr>
              <a:lnSpc>
                <a:spcPct val="90000"/>
              </a:lnSpc>
              <a:spcAft>
                <a:spcPts val="600"/>
              </a:spcAft>
            </a:pPr>
            <a:r>
              <a:rPr lang="en-US" sz="2400" dirty="0">
                <a:solidFill>
                  <a:schemeClr val="bg1">
                    <a:lumMod val="85000"/>
                  </a:schemeClr>
                </a:solidFill>
                <a:latin typeface="+mj-lt"/>
              </a:rPr>
              <a:t>Availability</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13314">
                                            <p:txEl>
                                              <p:pRg st="1" end="1"/>
                                            </p:txEl>
                                          </p:spTgt>
                                        </p:tgtEl>
                                        <p:attrNameLst>
                                          <p:attrName>style.visibility</p:attrName>
                                        </p:attrNameLst>
                                      </p:cBhvr>
                                      <p:to>
                                        <p:strVal val="visible"/>
                                      </p:to>
                                    </p:set>
                                    <p:animEffect transition="in" filter="fade">
                                      <p:cBhvr>
                                        <p:cTn id="10" dur="500"/>
                                        <p:tgtEl>
                                          <p:spTgt spid="13314">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314">
                                            <p:txEl>
                                              <p:pRg st="2" end="2"/>
                                            </p:txEl>
                                          </p:spTgt>
                                        </p:tgtEl>
                                        <p:attrNameLst>
                                          <p:attrName>style.visibility</p:attrName>
                                        </p:attrNameLst>
                                      </p:cBhvr>
                                      <p:to>
                                        <p:strVal val="visible"/>
                                      </p:to>
                                    </p:set>
                                    <p:animEffect transition="in" filter="fade">
                                      <p:cBhvr>
                                        <p:cTn id="18" dur="500"/>
                                        <p:tgtEl>
                                          <p:spTgt spid="13314">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314">
                                            <p:txEl>
                                              <p:pRg st="3" end="3"/>
                                            </p:txEl>
                                          </p:spTgt>
                                        </p:tgtEl>
                                        <p:attrNameLst>
                                          <p:attrName>style.visibility</p:attrName>
                                        </p:attrNameLst>
                                      </p:cBhvr>
                                      <p:to>
                                        <p:strVal val="visible"/>
                                      </p:to>
                                    </p:set>
                                    <p:animEffect transition="in" filter="fade">
                                      <p:cBhvr>
                                        <p:cTn id="26" dur="500"/>
                                        <p:tgtEl>
                                          <p:spTgt spid="13314">
                                            <p:txEl>
                                              <p:pRg st="3" end="3"/>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Content Placeholder 2"/>
          <p:cNvSpPr>
            <a:spLocks noGrp="1"/>
          </p:cNvSpPr>
          <p:nvPr>
            <p:ph type="body" sz="quarter" idx="10"/>
          </p:nvPr>
        </p:nvSpPr>
        <p:spPr>
          <a:xfrm>
            <a:off x="269239" y="1189177"/>
            <a:ext cx="11653523" cy="1477328"/>
          </a:xfrm>
        </p:spPr>
        <p:txBody>
          <a:bodyPr/>
          <a:lstStyle/>
          <a:p>
            <a:pPr lvl="1"/>
            <a:r>
              <a:rPr lang="en-US" altLang="en-US" dirty="0"/>
              <a:t>Processor</a:t>
            </a:r>
          </a:p>
          <a:p>
            <a:pPr lvl="1"/>
            <a:r>
              <a:rPr lang="en-US" altLang="en-US" dirty="0"/>
              <a:t>Memory</a:t>
            </a:r>
          </a:p>
          <a:p>
            <a:pPr lvl="1"/>
            <a:r>
              <a:rPr lang="en-US" altLang="en-US" dirty="0"/>
              <a:t>Storage</a:t>
            </a:r>
          </a:p>
          <a:p>
            <a:pPr lvl="1"/>
            <a:r>
              <a:rPr lang="en-US" altLang="en-US" dirty="0"/>
              <a:t>Network</a:t>
            </a:r>
          </a:p>
        </p:txBody>
      </p:sp>
      <p:sp>
        <p:nvSpPr>
          <p:cNvPr id="2" name="Title 1"/>
          <p:cNvSpPr>
            <a:spLocks noGrp="1"/>
          </p:cNvSpPr>
          <p:nvPr>
            <p:ph type="title"/>
          </p:nvPr>
        </p:nvSpPr>
        <p:spPr>
          <a:xfrm>
            <a:off x="1981200" y="609600"/>
            <a:ext cx="9037320" cy="649272"/>
          </a:xfrm>
        </p:spPr>
        <p:txBody>
          <a:bodyPr>
            <a:normAutofit fontScale="90000"/>
          </a:bodyPr>
          <a:lstStyle/>
          <a:p>
            <a:r>
              <a:rPr lang="en-US" dirty="0"/>
              <a:t>Primary Subsystems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0793" y="738981"/>
            <a:ext cx="4771969" cy="5334000"/>
          </a:xfrm>
          <a:prstGeom prst="rect">
            <a:avLst/>
          </a:prstGeom>
        </p:spPr>
      </p:pic>
      <p:sp>
        <p:nvSpPr>
          <p:cNvPr id="3" name="TextBox 2"/>
          <p:cNvSpPr txBox="1"/>
          <p:nvPr/>
        </p:nvSpPr>
        <p:spPr>
          <a:xfrm>
            <a:off x="-383931" y="4343400"/>
            <a:ext cx="7529255" cy="1255728"/>
          </a:xfrm>
          <a:prstGeom prst="rect">
            <a:avLst/>
          </a:prstGeom>
          <a:noFill/>
        </p:spPr>
        <p:txBody>
          <a:bodyPr wrap="square" lIns="182880" tIns="146304" rIns="182880" bIns="146304" rtlCol="0">
            <a:spAutoFit/>
          </a:bodyPr>
          <a:lstStyle/>
          <a:p>
            <a:pPr marL="1166534" lvl="1" indent="-571500">
              <a:buFont typeface="Segoe UI Light" panose="020B0502040204020203" pitchFamily="34" charset="0"/>
              <a:buChar char="*"/>
            </a:pPr>
            <a:r>
              <a:rPr lang="en-US" altLang="en-US" sz="1600" dirty="0">
                <a:solidFill>
                  <a:schemeClr val="bg1"/>
                </a:solidFill>
                <a:latin typeface="+mj-lt"/>
              </a:rPr>
              <a:t>Failure in any of these subsystems can cause the entire system to fail</a:t>
            </a:r>
          </a:p>
          <a:p>
            <a:pPr marL="1166534" lvl="1" indent="-571500">
              <a:buFont typeface="Segoe UI Light" panose="020B0502040204020203" pitchFamily="34" charset="0"/>
              <a:buChar char="*"/>
            </a:pPr>
            <a:r>
              <a:rPr lang="en-US" altLang="en-US" sz="1600" dirty="0">
                <a:solidFill>
                  <a:schemeClr val="bg1"/>
                </a:solidFill>
                <a:latin typeface="+mj-lt"/>
              </a:rPr>
              <a:t>They can also cause a bottleneck that can affect performance of the entire system</a:t>
            </a:r>
          </a:p>
          <a:p>
            <a:pPr>
              <a:lnSpc>
                <a:spcPct val="90000"/>
              </a:lnSpc>
              <a:spcAft>
                <a:spcPts val="600"/>
              </a:spcAft>
            </a:pPr>
            <a:endParaRPr lang="en-US" sz="1600" dirty="0" err="1">
              <a:solidFill>
                <a:schemeClr val="bg1"/>
              </a:solidFill>
              <a:latin typeface="+mj-lt"/>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Content Placeholder 2"/>
          <p:cNvSpPr>
            <a:spLocks noGrp="1"/>
          </p:cNvSpPr>
          <p:nvPr>
            <p:ph type="body" sz="quarter" idx="10"/>
          </p:nvPr>
        </p:nvSpPr>
        <p:spPr>
          <a:xfrm>
            <a:off x="269239" y="1189177"/>
            <a:ext cx="11653523" cy="2431435"/>
          </a:xfrm>
        </p:spPr>
        <p:txBody>
          <a:bodyPr/>
          <a:lstStyle/>
          <a:p>
            <a:pPr lvl="1"/>
            <a:r>
              <a:rPr lang="en-US" altLang="en-US" dirty="0"/>
              <a:t>Processors are typically 64-bit, which can process faster than 32-bit processors</a:t>
            </a:r>
          </a:p>
          <a:p>
            <a:pPr lvl="2"/>
            <a:r>
              <a:rPr lang="en-US" altLang="en-US" dirty="0"/>
              <a:t>32-bit processor – 4 Gigabytes of RAM</a:t>
            </a:r>
          </a:p>
          <a:p>
            <a:pPr lvl="2"/>
            <a:r>
              <a:rPr lang="en-US" altLang="en-US" dirty="0"/>
              <a:t>64-bit processor – 1 Terabyte of RAM</a:t>
            </a:r>
          </a:p>
          <a:p>
            <a:pPr lvl="1"/>
            <a:r>
              <a:rPr lang="en-US" altLang="en-US" dirty="0"/>
              <a:t>A processor can only work on a single process / thread at a time</a:t>
            </a:r>
          </a:p>
          <a:p>
            <a:pPr lvl="1"/>
            <a:r>
              <a:rPr lang="en-US" altLang="en-US" dirty="0"/>
              <a:t>Time slicing enables multiple threads and applications to be running at the same time</a:t>
            </a:r>
          </a:p>
          <a:p>
            <a:pPr lvl="1"/>
            <a:r>
              <a:rPr lang="en-US" altLang="en-US" dirty="0"/>
              <a:t>A multicore processor enables multiple threads / application instructions to be worked on at the same time</a:t>
            </a:r>
          </a:p>
        </p:txBody>
      </p:sp>
      <p:sp>
        <p:nvSpPr>
          <p:cNvPr id="2" name="Title 1"/>
          <p:cNvSpPr>
            <a:spLocks noGrp="1"/>
          </p:cNvSpPr>
          <p:nvPr>
            <p:ph type="title"/>
          </p:nvPr>
        </p:nvSpPr>
        <p:spPr>
          <a:xfrm>
            <a:off x="1752600" y="609600"/>
            <a:ext cx="9265920" cy="507013"/>
          </a:xfrm>
        </p:spPr>
        <p:txBody>
          <a:bodyPr>
            <a:normAutofit fontScale="90000"/>
          </a:bodyPr>
          <a:lstStyle/>
          <a:p>
            <a:r>
              <a:rPr lang="en-US" dirty="0"/>
              <a:t>Processor</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77200" y="3693176"/>
            <a:ext cx="3341914" cy="2876135"/>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Content Placeholder 2"/>
          <p:cNvSpPr>
            <a:spLocks noGrp="1"/>
          </p:cNvSpPr>
          <p:nvPr>
            <p:ph type="body" sz="quarter" idx="10"/>
          </p:nvPr>
        </p:nvSpPr>
        <p:spPr>
          <a:xfrm>
            <a:off x="269239" y="1189177"/>
            <a:ext cx="11653523" cy="1477328"/>
          </a:xfrm>
        </p:spPr>
        <p:txBody>
          <a:bodyPr/>
          <a:lstStyle/>
          <a:p>
            <a:pPr lvl="1"/>
            <a:r>
              <a:rPr lang="en-US" altLang="en-US" dirty="0"/>
              <a:t>Random Access Memory (RAM) is the computer’s short-term or temporary memory</a:t>
            </a:r>
          </a:p>
          <a:p>
            <a:pPr lvl="1"/>
            <a:r>
              <a:rPr lang="en-US" altLang="en-US" dirty="0"/>
              <a:t>It stores instructions and data that the processor accesses directly</a:t>
            </a:r>
          </a:p>
          <a:p>
            <a:pPr lvl="1"/>
            <a:r>
              <a:rPr lang="en-US" altLang="en-US" dirty="0"/>
              <a:t>If you have more RAM, you can load more instructions and data from the disks</a:t>
            </a:r>
          </a:p>
          <a:p>
            <a:pPr lvl="1"/>
            <a:r>
              <a:rPr lang="en-US" altLang="en-US" dirty="0"/>
              <a:t>Having sufficient RAM can be one of the main factors in your computer’s overall performance</a:t>
            </a:r>
          </a:p>
        </p:txBody>
      </p:sp>
      <p:sp>
        <p:nvSpPr>
          <p:cNvPr id="2" name="Title 1"/>
          <p:cNvSpPr>
            <a:spLocks noGrp="1"/>
          </p:cNvSpPr>
          <p:nvPr>
            <p:ph type="title"/>
          </p:nvPr>
        </p:nvSpPr>
        <p:spPr>
          <a:xfrm>
            <a:off x="2133600" y="609600"/>
            <a:ext cx="8884920" cy="457200"/>
          </a:xfrm>
        </p:spPr>
        <p:txBody>
          <a:bodyPr>
            <a:normAutofit fontScale="90000"/>
          </a:bodyPr>
          <a:lstStyle/>
          <a:p>
            <a:r>
              <a:rPr lang="en-US" dirty="0"/>
              <a:t>Memory</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2895600"/>
            <a:ext cx="3429000" cy="342900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Content Placeholder 2"/>
          <p:cNvSpPr>
            <a:spLocks noGrp="1"/>
          </p:cNvSpPr>
          <p:nvPr>
            <p:ph type="body" sz="quarter" idx="10"/>
          </p:nvPr>
        </p:nvSpPr>
        <p:spPr>
          <a:xfrm>
            <a:off x="269239" y="1189177"/>
            <a:ext cx="11653523" cy="2031325"/>
          </a:xfrm>
        </p:spPr>
        <p:txBody>
          <a:bodyPr/>
          <a:lstStyle/>
          <a:p>
            <a:pPr lvl="1"/>
            <a:r>
              <a:rPr lang="en-US" altLang="en-US" dirty="0"/>
              <a:t>Traditionally, hard drives are half electronic/half mechanical devices that store magnetic fields on rotating platters</a:t>
            </a:r>
          </a:p>
          <a:p>
            <a:pPr lvl="1"/>
            <a:r>
              <a:rPr lang="en-US" altLang="en-US" dirty="0"/>
              <a:t>Solid-state drives are electronic devices with no mechanical components</a:t>
            </a:r>
          </a:p>
          <a:p>
            <a:pPr lvl="1"/>
            <a:r>
              <a:rPr lang="en-US" altLang="en-US" dirty="0"/>
              <a:t>Personal computers typically only have local storage consisting of internal hard drives</a:t>
            </a:r>
          </a:p>
          <a:p>
            <a:pPr lvl="1"/>
            <a:r>
              <a:rPr lang="en-US" altLang="en-US" dirty="0"/>
              <a:t>Servers may also connect to external storage through a network-attached storage (NAS) or storage area network (SAN)</a:t>
            </a:r>
          </a:p>
        </p:txBody>
      </p:sp>
      <p:sp>
        <p:nvSpPr>
          <p:cNvPr id="2" name="Title 1"/>
          <p:cNvSpPr>
            <a:spLocks noGrp="1"/>
          </p:cNvSpPr>
          <p:nvPr>
            <p:ph type="title"/>
          </p:nvPr>
        </p:nvSpPr>
        <p:spPr>
          <a:xfrm>
            <a:off x="2971800" y="609600"/>
            <a:ext cx="8046720" cy="381000"/>
          </a:xfrm>
        </p:spPr>
        <p:txBody>
          <a:bodyPr>
            <a:normAutofit fontScale="90000"/>
          </a:bodyPr>
          <a:lstStyle/>
          <a:p>
            <a:r>
              <a:rPr lang="en-US" dirty="0"/>
              <a:t>Storage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6600" y="3220502"/>
            <a:ext cx="4092420" cy="32004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3220502"/>
            <a:ext cx="4478376" cy="3200400"/>
          </a:xfrm>
          <a:prstGeom prst="rect">
            <a:avLst/>
          </a:prstGeom>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Content Placeholder 2"/>
          <p:cNvSpPr>
            <a:spLocks noGrp="1"/>
          </p:cNvSpPr>
          <p:nvPr>
            <p:ph type="body" sz="quarter" idx="10"/>
          </p:nvPr>
        </p:nvSpPr>
        <p:spPr>
          <a:xfrm>
            <a:off x="269239" y="1189177"/>
            <a:ext cx="11653523" cy="1415772"/>
          </a:xfrm>
        </p:spPr>
        <p:txBody>
          <a:bodyPr/>
          <a:lstStyle/>
          <a:p>
            <a:pPr lvl="1"/>
            <a:r>
              <a:rPr lang="en-US" altLang="en-US" dirty="0"/>
              <a:t>A network connection enables a device to communicate with servers or the clients</a:t>
            </a:r>
          </a:p>
          <a:p>
            <a:pPr lvl="1"/>
            <a:r>
              <a:rPr lang="en-US" altLang="en-US" dirty="0"/>
              <a:t>Most devices include one or more network interface cards or NICs</a:t>
            </a:r>
          </a:p>
          <a:p>
            <a:pPr lvl="1"/>
            <a:r>
              <a:rPr lang="en-US" altLang="en-US" dirty="0"/>
              <a:t>Speeds of today’s network cards are 100 Mbit/second, while a typical speed for servers is 1 </a:t>
            </a:r>
            <a:r>
              <a:rPr lang="en-US" altLang="en-US" dirty="0" err="1"/>
              <a:t>Gbit</a:t>
            </a:r>
            <a:r>
              <a:rPr lang="en-US" altLang="en-US" dirty="0"/>
              <a:t>/second or faster</a:t>
            </a:r>
          </a:p>
        </p:txBody>
      </p:sp>
      <p:sp>
        <p:nvSpPr>
          <p:cNvPr id="2" name="Title 1"/>
          <p:cNvSpPr>
            <a:spLocks noGrp="1"/>
          </p:cNvSpPr>
          <p:nvPr>
            <p:ph type="title"/>
          </p:nvPr>
        </p:nvSpPr>
        <p:spPr>
          <a:xfrm>
            <a:off x="2514600" y="609600"/>
            <a:ext cx="8503920" cy="457200"/>
          </a:xfrm>
        </p:spPr>
        <p:txBody>
          <a:bodyPr>
            <a:normAutofit fontScale="90000"/>
          </a:bodyPr>
          <a:lstStyle/>
          <a:p>
            <a:r>
              <a:rPr lang="en-US" dirty="0"/>
              <a:t>Network</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9600" y="3048000"/>
            <a:ext cx="2857500" cy="2857500"/>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Content Placeholder 2"/>
          <p:cNvSpPr>
            <a:spLocks noGrp="1"/>
          </p:cNvSpPr>
          <p:nvPr>
            <p:ph type="body" sz="quarter" idx="10"/>
          </p:nvPr>
        </p:nvSpPr>
        <p:spPr>
          <a:xfrm>
            <a:off x="269239" y="1189177"/>
            <a:ext cx="11653523" cy="1692771"/>
          </a:xfrm>
        </p:spPr>
        <p:txBody>
          <a:bodyPr/>
          <a:lstStyle/>
          <a:p>
            <a:pPr lvl="1"/>
            <a:r>
              <a:rPr lang="en-US" altLang="en-US" dirty="0"/>
              <a:t>Motherboard is the main printed circuit board that brings these four subsystems together</a:t>
            </a:r>
          </a:p>
          <a:p>
            <a:pPr lvl="1"/>
            <a:r>
              <a:rPr lang="en-US" altLang="en-US" dirty="0"/>
              <a:t>The processor plugs in or connects to the motherboard or system board enabling communication with the rest of the system</a:t>
            </a:r>
          </a:p>
          <a:p>
            <a:pPr lvl="1"/>
            <a:r>
              <a:rPr lang="en-US" altLang="en-US" dirty="0"/>
              <a:t>The motherboard provides the electrical connections enabling components of the system to communicate</a:t>
            </a:r>
          </a:p>
        </p:txBody>
      </p:sp>
      <p:sp>
        <p:nvSpPr>
          <p:cNvPr id="2" name="Title 1"/>
          <p:cNvSpPr>
            <a:spLocks noGrp="1"/>
          </p:cNvSpPr>
          <p:nvPr>
            <p:ph type="title"/>
          </p:nvPr>
        </p:nvSpPr>
        <p:spPr>
          <a:xfrm>
            <a:off x="2057400" y="609600"/>
            <a:ext cx="8961120" cy="304800"/>
          </a:xfrm>
        </p:spPr>
        <p:txBody>
          <a:bodyPr>
            <a:normAutofit fontScale="90000"/>
          </a:bodyPr>
          <a:lstStyle/>
          <a:p>
            <a:r>
              <a:rPr lang="en-US" dirty="0"/>
              <a:t>Motherboard</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Content Placeholder 2"/>
          <p:cNvSpPr>
            <a:spLocks noGrp="1"/>
          </p:cNvSpPr>
          <p:nvPr>
            <p:ph type="body" sz="quarter" idx="10"/>
          </p:nvPr>
        </p:nvSpPr>
        <p:spPr>
          <a:xfrm>
            <a:off x="269239" y="1189177"/>
            <a:ext cx="11653523" cy="3200876"/>
          </a:xfrm>
        </p:spPr>
        <p:txBody>
          <a:bodyPr/>
          <a:lstStyle/>
          <a:p>
            <a:pPr lvl="1"/>
            <a:r>
              <a:rPr lang="en-US" altLang="en-US" dirty="0"/>
              <a:t>Basic </a:t>
            </a:r>
            <a:r>
              <a:rPr lang="en-US" altLang="en-US" dirty="0" err="1"/>
              <a:t>Input/Output</a:t>
            </a:r>
            <a:r>
              <a:rPr lang="en-US" altLang="en-US" dirty="0"/>
              <a:t> System (BIOS) are the instructions that control most of the computer’s input/output functions</a:t>
            </a:r>
          </a:p>
          <a:p>
            <a:pPr lvl="1"/>
            <a:r>
              <a:rPr lang="en-US" altLang="en-US" dirty="0"/>
              <a:t>BIOS functions include communicating with disks, RAM, and the monitor kept in the System Read Only Memory (ROM) chips</a:t>
            </a:r>
          </a:p>
          <a:p>
            <a:pPr lvl="1"/>
            <a:r>
              <a:rPr lang="en-US" altLang="en-US" dirty="0"/>
              <a:t>By having instructions (software) written on the BIOS, the system already knows how to communicate with some basic components such as a keyboard and how to read some basic disks such as IDE drives</a:t>
            </a:r>
          </a:p>
          <a:p>
            <a:pPr lvl="1"/>
            <a:r>
              <a:rPr lang="en-US" altLang="en-US" dirty="0"/>
              <a:t>The BIOS also looks for additional ROM chips that may be on the motherboard or on expansion cards that you add to the system</a:t>
            </a:r>
          </a:p>
          <a:p>
            <a:pPr lvl="1"/>
            <a:r>
              <a:rPr lang="en-US" altLang="en-US" dirty="0"/>
              <a:t>Flashing the BIOS is the process of updating your system ROM BIOS</a:t>
            </a:r>
          </a:p>
        </p:txBody>
      </p:sp>
      <p:sp>
        <p:nvSpPr>
          <p:cNvPr id="2" name="Title 1"/>
          <p:cNvSpPr>
            <a:spLocks noGrp="1"/>
          </p:cNvSpPr>
          <p:nvPr>
            <p:ph type="title"/>
          </p:nvPr>
        </p:nvSpPr>
        <p:spPr>
          <a:xfrm>
            <a:off x="2209800" y="609600"/>
            <a:ext cx="8808720" cy="579577"/>
          </a:xfrm>
        </p:spPr>
        <p:txBody>
          <a:bodyPr>
            <a:normAutofit fontScale="90000"/>
          </a:bodyPr>
          <a:lstStyle/>
          <a:p>
            <a:r>
              <a:rPr lang="en-US" dirty="0"/>
              <a:t>BIOS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Content Placeholder 2"/>
          <p:cNvSpPr>
            <a:spLocks noGrp="1"/>
          </p:cNvSpPr>
          <p:nvPr>
            <p:ph type="body" sz="quarter" idx="10"/>
          </p:nvPr>
        </p:nvSpPr>
        <p:spPr>
          <a:xfrm>
            <a:off x="269239" y="1189177"/>
            <a:ext cx="11653523" cy="1415772"/>
          </a:xfrm>
        </p:spPr>
        <p:txBody>
          <a:bodyPr/>
          <a:lstStyle/>
          <a:p>
            <a:pPr lvl="1"/>
            <a:r>
              <a:rPr lang="en-US" altLang="en-US" dirty="0"/>
              <a:t>A case provides an enclosure that helps protect system components that are inside</a:t>
            </a:r>
          </a:p>
          <a:p>
            <a:pPr lvl="1"/>
            <a:r>
              <a:rPr lang="en-US" altLang="en-US" dirty="0"/>
              <a:t>A case with the power supplies and additional fans are usually designed to provide a fair amount of airflow through the system to keep the system cool</a:t>
            </a:r>
          </a:p>
          <a:p>
            <a:pPr lvl="1"/>
            <a:r>
              <a:rPr lang="en-US" altLang="en-US" dirty="0"/>
              <a:t>The power supply supplies electrical power to the mother board and components</a:t>
            </a:r>
          </a:p>
        </p:txBody>
      </p:sp>
      <p:sp>
        <p:nvSpPr>
          <p:cNvPr id="2" name="Title 1"/>
          <p:cNvSpPr>
            <a:spLocks noGrp="1"/>
          </p:cNvSpPr>
          <p:nvPr>
            <p:ph type="title"/>
          </p:nvPr>
        </p:nvSpPr>
        <p:spPr>
          <a:xfrm>
            <a:off x="2743200" y="609600"/>
            <a:ext cx="8275320" cy="381000"/>
          </a:xfrm>
        </p:spPr>
        <p:txBody>
          <a:bodyPr>
            <a:normAutofit fontScale="90000"/>
          </a:bodyPr>
          <a:lstStyle/>
          <a:p>
            <a:r>
              <a:rPr lang="en-US" dirty="0"/>
              <a:t>Power Supply and Cases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9425" y="2895600"/>
            <a:ext cx="3613150" cy="3475652"/>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Content Placeholder 2"/>
          <p:cNvSpPr>
            <a:spLocks noGrp="1"/>
          </p:cNvSpPr>
          <p:nvPr>
            <p:ph type="body" sz="quarter" idx="10"/>
          </p:nvPr>
        </p:nvSpPr>
        <p:spPr>
          <a:xfrm>
            <a:off x="269239" y="1189177"/>
            <a:ext cx="11653523" cy="4185761"/>
          </a:xfrm>
        </p:spPr>
        <p:txBody>
          <a:bodyPr/>
          <a:lstStyle/>
          <a:p>
            <a:pPr lvl="1"/>
            <a:r>
              <a:rPr lang="en-US" altLang="en-US" dirty="0"/>
              <a:t>Ports are plug sockets that enable you to connect peripheral deices to your computer</a:t>
            </a:r>
          </a:p>
          <a:p>
            <a:pPr lvl="1"/>
            <a:r>
              <a:rPr lang="en-US" altLang="en-US" dirty="0"/>
              <a:t>Devices can include a printer, keyboard, mouse, external drive or another computer</a:t>
            </a:r>
          </a:p>
          <a:p>
            <a:pPr lvl="1"/>
            <a:r>
              <a:rPr lang="en-US" altLang="en-US" dirty="0"/>
              <a:t>Types of ports:</a:t>
            </a:r>
          </a:p>
          <a:p>
            <a:pPr lvl="2"/>
            <a:r>
              <a:rPr lang="en-US" altLang="en-US" dirty="0"/>
              <a:t>Ethernet</a:t>
            </a:r>
          </a:p>
          <a:p>
            <a:pPr lvl="2"/>
            <a:r>
              <a:rPr lang="en-US" altLang="en-US" dirty="0"/>
              <a:t>Parallel</a:t>
            </a:r>
          </a:p>
          <a:p>
            <a:pPr lvl="2"/>
            <a:r>
              <a:rPr lang="en-US" altLang="en-US" dirty="0"/>
              <a:t>PS/2</a:t>
            </a:r>
          </a:p>
          <a:p>
            <a:pPr lvl="2"/>
            <a:r>
              <a:rPr lang="en-US" altLang="en-US" dirty="0"/>
              <a:t>Serial</a:t>
            </a:r>
          </a:p>
          <a:p>
            <a:pPr lvl="2"/>
            <a:r>
              <a:rPr lang="en-US" altLang="en-US" dirty="0"/>
              <a:t>VGA</a:t>
            </a:r>
          </a:p>
          <a:p>
            <a:pPr lvl="2"/>
            <a:r>
              <a:rPr lang="en-US" altLang="en-US" dirty="0"/>
              <a:t>USB</a:t>
            </a:r>
          </a:p>
          <a:p>
            <a:pPr lvl="2"/>
            <a:r>
              <a:rPr lang="en-US" altLang="en-US" dirty="0"/>
              <a:t>SCSI</a:t>
            </a:r>
          </a:p>
          <a:p>
            <a:pPr lvl="2"/>
            <a:r>
              <a:rPr lang="en-US" altLang="en-US" dirty="0"/>
              <a:t>HDMI</a:t>
            </a:r>
          </a:p>
          <a:p>
            <a:pPr lvl="2"/>
            <a:r>
              <a:rPr lang="en-US" altLang="en-US" dirty="0"/>
              <a:t>Audio</a:t>
            </a:r>
          </a:p>
        </p:txBody>
      </p:sp>
      <p:sp>
        <p:nvSpPr>
          <p:cNvPr id="2" name="Title 1"/>
          <p:cNvSpPr>
            <a:spLocks noGrp="1"/>
          </p:cNvSpPr>
          <p:nvPr>
            <p:ph type="title"/>
          </p:nvPr>
        </p:nvSpPr>
        <p:spPr>
          <a:xfrm>
            <a:off x="2590800" y="609600"/>
            <a:ext cx="8427720" cy="457200"/>
          </a:xfrm>
        </p:spPr>
        <p:txBody>
          <a:bodyPr>
            <a:normAutofit fontScale="90000"/>
          </a:bodyPr>
          <a:lstStyle/>
          <a:p>
            <a:r>
              <a:rPr lang="en-US" dirty="0"/>
              <a:t>Ports</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Ports</a:t>
            </a:r>
          </a:p>
        </p:txBody>
      </p:sp>
      <p:pic>
        <p:nvPicPr>
          <p:cNvPr id="28676" name="Picture 2" descr="E:\Desktop\BoxTwelve\Wiley\98-365 Server Administration Fundamentals\Pics3\F0102.jpg"/>
          <p:cNvPicPr>
            <a:picLocks noChangeAspect="1" noChangeArrowheads="1"/>
          </p:cNvPicPr>
          <p:nvPr/>
        </p:nvPicPr>
        <p:blipFill>
          <a:blip r:embed="rId2">
            <a:extLst>
              <a:ext uri="{28A0092B-C50C-407E-A947-70E740481C1C}">
                <a14:useLocalDpi xmlns:a14="http://schemas.microsoft.com/office/drawing/2010/main" val="0"/>
              </a:ext>
            </a:extLst>
          </a:blip>
          <a:srcRect t="5223" b="18279"/>
          <a:stretch>
            <a:fillRect/>
          </a:stretch>
        </p:blipFill>
        <p:spPr bwMode="auto">
          <a:xfrm>
            <a:off x="1981200" y="1600200"/>
            <a:ext cx="8229600" cy="472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Content Placeholder 2"/>
          <p:cNvSpPr>
            <a:spLocks noGrp="1"/>
          </p:cNvSpPr>
          <p:nvPr>
            <p:ph type="body" sz="quarter" idx="10"/>
          </p:nvPr>
        </p:nvSpPr>
        <p:spPr>
          <a:xfrm>
            <a:off x="269239" y="1189177"/>
            <a:ext cx="11653523" cy="1692771"/>
          </a:xfrm>
        </p:spPr>
        <p:txBody>
          <a:bodyPr/>
          <a:lstStyle/>
          <a:p>
            <a:pPr lvl="1"/>
            <a:r>
              <a:rPr lang="en-US" altLang="en-US" dirty="0"/>
              <a:t>Virtual machines or virtual server technology enables multiple operating systems to run concurrently on a single machine</a:t>
            </a:r>
          </a:p>
          <a:p>
            <a:pPr lvl="1"/>
            <a:r>
              <a:rPr lang="en-US" altLang="en-US" dirty="0"/>
              <a:t>Virtual servers allows for a separation of services so that changes on one virtual server do not affect the other virtual servers</a:t>
            </a:r>
          </a:p>
          <a:p>
            <a:pPr lvl="1"/>
            <a:r>
              <a:rPr lang="en-US" altLang="en-US" dirty="0"/>
              <a:t>Virtualization offers a better way utilize hardware since most hardware is sitting idle most of the time</a:t>
            </a:r>
          </a:p>
        </p:txBody>
      </p:sp>
      <p:sp>
        <p:nvSpPr>
          <p:cNvPr id="2" name="Title 1"/>
          <p:cNvSpPr>
            <a:spLocks noGrp="1"/>
          </p:cNvSpPr>
          <p:nvPr>
            <p:ph type="title"/>
          </p:nvPr>
        </p:nvSpPr>
        <p:spPr>
          <a:xfrm>
            <a:off x="2209800" y="609600"/>
            <a:ext cx="8808720" cy="457200"/>
          </a:xfrm>
        </p:spPr>
        <p:txBody>
          <a:bodyPr>
            <a:normAutofit fontScale="90000"/>
          </a:bodyPr>
          <a:lstStyle/>
          <a:p>
            <a:r>
              <a:rPr lang="en-US" dirty="0"/>
              <a:t>Virtual Servers</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Content Placeholder 2"/>
          <p:cNvSpPr>
            <a:spLocks noGrp="1"/>
          </p:cNvSpPr>
          <p:nvPr>
            <p:ph type="body" sz="quarter" idx="10"/>
          </p:nvPr>
        </p:nvSpPr>
        <p:spPr>
          <a:xfrm>
            <a:off x="269239" y="1189177"/>
            <a:ext cx="11653523" cy="1692771"/>
          </a:xfrm>
        </p:spPr>
        <p:txBody>
          <a:bodyPr/>
          <a:lstStyle/>
          <a:p>
            <a:pPr lvl="1"/>
            <a:r>
              <a:rPr lang="en-US" altLang="en-US" dirty="0"/>
              <a:t>After you select and purchase the server and its components, you also need to determine where to physically locate the server</a:t>
            </a:r>
          </a:p>
          <a:p>
            <a:pPr lvl="1"/>
            <a:r>
              <a:rPr lang="en-US" altLang="en-US" dirty="0"/>
              <a:t>The server room is the work area of the Information Technology (IT) department that contains servers and most of the communication devices including switches and routers</a:t>
            </a:r>
          </a:p>
          <a:p>
            <a:pPr lvl="1"/>
            <a:r>
              <a:rPr lang="en-US" altLang="en-US" dirty="0"/>
              <a:t>The room should be secure, with only a handful of people allowed to have access to it</a:t>
            </a:r>
          </a:p>
        </p:txBody>
      </p:sp>
      <p:sp>
        <p:nvSpPr>
          <p:cNvPr id="2" name="Title 1"/>
          <p:cNvSpPr>
            <a:spLocks noGrp="1"/>
          </p:cNvSpPr>
          <p:nvPr>
            <p:ph type="title"/>
          </p:nvPr>
        </p:nvSpPr>
        <p:spPr>
          <a:xfrm>
            <a:off x="3048000" y="609600"/>
            <a:ext cx="7970520" cy="457200"/>
          </a:xfrm>
        </p:spPr>
        <p:txBody>
          <a:bodyPr>
            <a:normAutofit fontScale="90000"/>
          </a:bodyPr>
          <a:lstStyle/>
          <a:p>
            <a:r>
              <a:rPr lang="en-US" dirty="0"/>
              <a:t>Locating the Server</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Content Placeholder 2"/>
          <p:cNvSpPr>
            <a:spLocks noGrp="1"/>
          </p:cNvSpPr>
          <p:nvPr>
            <p:ph type="body" sz="quarter" idx="10"/>
          </p:nvPr>
        </p:nvSpPr>
        <p:spPr>
          <a:xfrm>
            <a:off x="269239" y="1189177"/>
            <a:ext cx="11653523" cy="2431435"/>
          </a:xfrm>
        </p:spPr>
        <p:txBody>
          <a:bodyPr/>
          <a:lstStyle/>
          <a:p>
            <a:pPr lvl="1"/>
            <a:r>
              <a:rPr lang="en-US" altLang="en-US" dirty="0"/>
              <a:t>Software contains the instructions that the hardware follows, which make the computer do what it does. </a:t>
            </a:r>
          </a:p>
          <a:p>
            <a:pPr lvl="1"/>
            <a:r>
              <a:rPr lang="en-US" altLang="en-US" dirty="0"/>
              <a:t>It provides us with an interface that we can use to configure and manage the computer</a:t>
            </a:r>
          </a:p>
          <a:p>
            <a:pPr lvl="1"/>
            <a:r>
              <a:rPr lang="en-US" altLang="en-US" dirty="0"/>
              <a:t>Configuring a server:</a:t>
            </a:r>
          </a:p>
          <a:p>
            <a:pPr lvl="2"/>
            <a:r>
              <a:rPr lang="en-US" altLang="en-US" dirty="0"/>
              <a:t>Select, install and configure the operating system</a:t>
            </a:r>
          </a:p>
          <a:p>
            <a:pPr lvl="2"/>
            <a:r>
              <a:rPr lang="en-US" altLang="en-US" dirty="0"/>
              <a:t>Select, install and configure the services that the operating system provides</a:t>
            </a:r>
          </a:p>
          <a:p>
            <a:pPr lvl="2"/>
            <a:r>
              <a:rPr lang="en-US" altLang="en-US" dirty="0"/>
              <a:t>Install and configure additional software on the server</a:t>
            </a:r>
          </a:p>
        </p:txBody>
      </p:sp>
      <p:sp>
        <p:nvSpPr>
          <p:cNvPr id="2" name="Title 1"/>
          <p:cNvSpPr>
            <a:spLocks noGrp="1"/>
          </p:cNvSpPr>
          <p:nvPr>
            <p:ph type="title"/>
          </p:nvPr>
        </p:nvSpPr>
        <p:spPr>
          <a:xfrm>
            <a:off x="2667000" y="609600"/>
            <a:ext cx="8351520" cy="579577"/>
          </a:xfrm>
        </p:spPr>
        <p:txBody>
          <a:bodyPr>
            <a:normAutofit fontScale="90000"/>
          </a:bodyPr>
          <a:lstStyle/>
          <a:p>
            <a:r>
              <a:rPr lang="en-US" dirty="0"/>
              <a:t>Software</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Content Placeholder 2"/>
          <p:cNvSpPr>
            <a:spLocks noGrp="1"/>
          </p:cNvSpPr>
          <p:nvPr>
            <p:ph type="body" sz="quarter" idx="10"/>
          </p:nvPr>
        </p:nvSpPr>
        <p:spPr>
          <a:xfrm>
            <a:off x="269239" y="1189177"/>
            <a:ext cx="11653523" cy="3170099"/>
          </a:xfrm>
        </p:spPr>
        <p:txBody>
          <a:bodyPr>
            <a:normAutofit fontScale="92500" lnSpcReduction="20000"/>
          </a:bodyPr>
          <a:lstStyle/>
          <a:p>
            <a:pPr lvl="1"/>
            <a:r>
              <a:rPr lang="en-US" altLang="en-US" dirty="0"/>
              <a:t>Windows NT (first released in 1993) is a family of operating systems produced by Microsoft</a:t>
            </a:r>
          </a:p>
          <a:p>
            <a:pPr lvl="1"/>
            <a:r>
              <a:rPr lang="en-US" altLang="en-US" dirty="0"/>
              <a:t>Since then, Microsoft has built on the previous version and released:</a:t>
            </a:r>
          </a:p>
          <a:p>
            <a:pPr lvl="2"/>
            <a:r>
              <a:rPr lang="en-US" altLang="en-US" dirty="0"/>
              <a:t>Windows 2000 Server</a:t>
            </a:r>
          </a:p>
          <a:p>
            <a:pPr lvl="2"/>
            <a:r>
              <a:rPr lang="en-US" altLang="en-US" dirty="0"/>
              <a:t>Windows Server 2003</a:t>
            </a:r>
          </a:p>
          <a:p>
            <a:pPr lvl="2"/>
            <a:r>
              <a:rPr lang="en-US" altLang="en-US" dirty="0"/>
              <a:t>Windows Server 2003 R2</a:t>
            </a:r>
          </a:p>
          <a:p>
            <a:pPr lvl="2"/>
            <a:r>
              <a:rPr lang="en-US" altLang="en-US" dirty="0"/>
              <a:t>Windows Server 2008</a:t>
            </a:r>
          </a:p>
          <a:p>
            <a:pPr lvl="2"/>
            <a:r>
              <a:rPr lang="en-US" altLang="en-US" dirty="0"/>
              <a:t>Windows Server 2008 R2</a:t>
            </a:r>
          </a:p>
          <a:p>
            <a:pPr lvl="2"/>
            <a:r>
              <a:rPr lang="en-US" altLang="en-US" dirty="0"/>
              <a:t>Windows Server 2012</a:t>
            </a:r>
          </a:p>
          <a:p>
            <a:pPr lvl="2"/>
            <a:r>
              <a:rPr lang="en-US" altLang="en-US" dirty="0"/>
              <a:t>Windows Server 2012 R2</a:t>
            </a:r>
            <a:endParaRPr lang="az-Latn-AZ" altLang="en-US" dirty="0"/>
          </a:p>
          <a:p>
            <a:pPr lvl="2"/>
            <a:r>
              <a:rPr lang="en-US" altLang="en-US" dirty="0"/>
              <a:t>Windows server 2016</a:t>
            </a:r>
          </a:p>
          <a:p>
            <a:pPr lvl="2"/>
            <a:r>
              <a:rPr lang="en-US" altLang="en-US" dirty="0"/>
              <a:t>Windows Server 2019</a:t>
            </a:r>
          </a:p>
          <a:p>
            <a:pPr lvl="2"/>
            <a:r>
              <a:rPr lang="en-US" altLang="en-US" dirty="0"/>
              <a:t>Windows Server 2022</a:t>
            </a:r>
          </a:p>
          <a:p>
            <a:pPr lvl="2"/>
            <a:endParaRPr lang="en-US" altLang="en-US" dirty="0"/>
          </a:p>
        </p:txBody>
      </p:sp>
      <p:sp>
        <p:nvSpPr>
          <p:cNvPr id="2" name="Title 1"/>
          <p:cNvSpPr>
            <a:spLocks noGrp="1"/>
          </p:cNvSpPr>
          <p:nvPr>
            <p:ph type="title"/>
          </p:nvPr>
        </p:nvSpPr>
        <p:spPr>
          <a:xfrm>
            <a:off x="3048000" y="609600"/>
            <a:ext cx="7970520" cy="457200"/>
          </a:xfrm>
        </p:spPr>
        <p:txBody>
          <a:bodyPr>
            <a:normAutofit fontScale="90000"/>
          </a:bodyPr>
          <a:lstStyle/>
          <a:p>
            <a:r>
              <a:rPr lang="en-US" dirty="0"/>
              <a:t>Windows Servers</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Content Placeholder 2"/>
          <p:cNvSpPr>
            <a:spLocks noGrp="1"/>
          </p:cNvSpPr>
          <p:nvPr>
            <p:ph type="body" sz="quarter" idx="10"/>
          </p:nvPr>
        </p:nvSpPr>
        <p:spPr>
          <a:xfrm>
            <a:off x="269239" y="1189177"/>
            <a:ext cx="11653523" cy="2831544"/>
          </a:xfrm>
        </p:spPr>
        <p:txBody>
          <a:bodyPr/>
          <a:lstStyle/>
          <a:p>
            <a:pPr lvl="1"/>
            <a:r>
              <a:rPr lang="en-US" altLang="en-US" dirty="0"/>
              <a:t>Windows Server 2008 R2 editions</a:t>
            </a:r>
          </a:p>
          <a:p>
            <a:pPr lvl="2"/>
            <a:r>
              <a:rPr lang="en-US" altLang="en-US" dirty="0"/>
              <a:t>Windows Server 2008 R2 Foundation</a:t>
            </a:r>
          </a:p>
          <a:p>
            <a:pPr lvl="2"/>
            <a:r>
              <a:rPr lang="en-US" altLang="en-US" dirty="0"/>
              <a:t>Windows Server 2008 R2 Standard</a:t>
            </a:r>
          </a:p>
          <a:p>
            <a:pPr lvl="2"/>
            <a:r>
              <a:rPr lang="en-US" altLang="en-US" dirty="0"/>
              <a:t>Windows Server 2008 R2 Enterprise</a:t>
            </a:r>
          </a:p>
          <a:p>
            <a:pPr lvl="2"/>
            <a:r>
              <a:rPr lang="en-US" altLang="en-US" dirty="0"/>
              <a:t>Windows Server 2008 R2 Datacenter</a:t>
            </a:r>
          </a:p>
          <a:p>
            <a:pPr lvl="2"/>
            <a:r>
              <a:rPr lang="en-US" altLang="en-US" dirty="0"/>
              <a:t>Windows Web Server 2008 R2</a:t>
            </a:r>
          </a:p>
          <a:p>
            <a:pPr lvl="2"/>
            <a:r>
              <a:rPr lang="en-US" altLang="en-US" dirty="0"/>
              <a:t>Windows Server 2008 R2 for Itanium-Based Systems</a:t>
            </a:r>
          </a:p>
          <a:p>
            <a:pPr lvl="1"/>
            <a:r>
              <a:rPr lang="en-US" altLang="en-US" dirty="0"/>
              <a:t>Windows Server 2008 R2 is only available in 64-bit version</a:t>
            </a:r>
          </a:p>
        </p:txBody>
      </p:sp>
      <p:sp>
        <p:nvSpPr>
          <p:cNvPr id="2" name="Title 1"/>
          <p:cNvSpPr>
            <a:spLocks noGrp="1"/>
          </p:cNvSpPr>
          <p:nvPr>
            <p:ph type="title"/>
          </p:nvPr>
        </p:nvSpPr>
        <p:spPr>
          <a:xfrm>
            <a:off x="3276600" y="609600"/>
            <a:ext cx="7741920" cy="579577"/>
          </a:xfrm>
        </p:spPr>
        <p:txBody>
          <a:bodyPr>
            <a:normAutofit fontScale="90000"/>
          </a:bodyPr>
          <a:lstStyle/>
          <a:p>
            <a:r>
              <a:rPr lang="en-US" dirty="0"/>
              <a:t>Windows Server 2008 R2</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Content Placeholder 2"/>
          <p:cNvSpPr>
            <a:spLocks noGrp="1"/>
          </p:cNvSpPr>
          <p:nvPr>
            <p:ph type="body" sz="quarter" idx="10"/>
          </p:nvPr>
        </p:nvSpPr>
        <p:spPr>
          <a:xfrm>
            <a:off x="269239" y="1189177"/>
            <a:ext cx="11653523" cy="2092881"/>
          </a:xfrm>
        </p:spPr>
        <p:txBody>
          <a:bodyPr/>
          <a:lstStyle/>
          <a:p>
            <a:pPr lvl="1"/>
            <a:r>
              <a:rPr lang="en-US" altLang="en-US" dirty="0"/>
              <a:t>A server provides services</a:t>
            </a:r>
          </a:p>
          <a:p>
            <a:pPr lvl="1"/>
            <a:r>
              <a:rPr lang="en-US" altLang="en-US" dirty="0"/>
              <a:t>Windows Server 2008 R2 has organized the most common services into server roles</a:t>
            </a:r>
          </a:p>
          <a:p>
            <a:pPr lvl="1"/>
            <a:r>
              <a:rPr lang="en-US" altLang="en-US" dirty="0"/>
              <a:t>A server role describes the function of the server</a:t>
            </a:r>
          </a:p>
          <a:p>
            <a:pPr lvl="1"/>
            <a:r>
              <a:rPr lang="en-US" altLang="en-US" dirty="0"/>
              <a:t>Windows Server 2008 R2 server features are software programs that are not directly part of a role </a:t>
            </a:r>
          </a:p>
          <a:p>
            <a:pPr lvl="1"/>
            <a:r>
              <a:rPr lang="en-US" altLang="en-US" dirty="0"/>
              <a:t>Server features augment the functionality of one or more roles to enhance the functionality of the server</a:t>
            </a:r>
          </a:p>
        </p:txBody>
      </p:sp>
      <p:sp>
        <p:nvSpPr>
          <p:cNvPr id="2" name="Title 1"/>
          <p:cNvSpPr>
            <a:spLocks noGrp="1"/>
          </p:cNvSpPr>
          <p:nvPr>
            <p:ph type="title"/>
          </p:nvPr>
        </p:nvSpPr>
        <p:spPr>
          <a:xfrm>
            <a:off x="2438400" y="609600"/>
            <a:ext cx="8580120" cy="579577"/>
          </a:xfrm>
        </p:spPr>
        <p:txBody>
          <a:bodyPr>
            <a:normAutofit fontScale="90000"/>
          </a:bodyPr>
          <a:lstStyle/>
          <a:p>
            <a:r>
              <a:rPr lang="en-US" dirty="0"/>
              <a:t>Windows Server Roles</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Content Placeholder 2"/>
          <p:cNvSpPr>
            <a:spLocks noGrp="1"/>
          </p:cNvSpPr>
          <p:nvPr>
            <p:ph type="body" sz="quarter" idx="10"/>
          </p:nvPr>
        </p:nvSpPr>
        <p:spPr>
          <a:xfrm>
            <a:off x="269239" y="1189177"/>
            <a:ext cx="11653523" cy="2646878"/>
          </a:xfrm>
        </p:spPr>
        <p:txBody>
          <a:bodyPr>
            <a:normAutofit fontScale="92500" lnSpcReduction="20000"/>
          </a:bodyPr>
          <a:lstStyle/>
          <a:p>
            <a:pPr lvl="1"/>
            <a:r>
              <a:rPr lang="en-US" altLang="en-US" dirty="0"/>
              <a:t>Starting with Windows Server 2008, you can install Windows in one of two modes (both of which are provided on the installation DVD) : </a:t>
            </a:r>
          </a:p>
          <a:p>
            <a:pPr lvl="2"/>
            <a:r>
              <a:rPr lang="en-US" altLang="en-US" dirty="0"/>
              <a:t>Full Version</a:t>
            </a:r>
          </a:p>
          <a:p>
            <a:pPr lvl="2"/>
            <a:r>
              <a:rPr lang="en-US" altLang="en-US" dirty="0"/>
              <a:t>Server Core</a:t>
            </a:r>
          </a:p>
          <a:p>
            <a:pPr lvl="1"/>
            <a:r>
              <a:rPr lang="en-US" altLang="en-US" dirty="0"/>
              <a:t>The full installation has a fully functional GUI interface and supports installing all available server roles and other Microsoft third-party software</a:t>
            </a:r>
          </a:p>
          <a:p>
            <a:pPr lvl="1"/>
            <a:r>
              <a:rPr lang="en-US" altLang="en-US" dirty="0"/>
              <a:t>Server Core installation provides a minimal environment with no Windows Explorer shell that only supports certain server roles</a:t>
            </a:r>
          </a:p>
          <a:p>
            <a:pPr lvl="1"/>
            <a:endParaRPr lang="en-US" altLang="en-US" dirty="0"/>
          </a:p>
          <a:p>
            <a:pPr lvl="1"/>
            <a:r>
              <a:rPr lang="en-US" altLang="en-US" dirty="0"/>
              <a:t>Desktop experience</a:t>
            </a:r>
          </a:p>
        </p:txBody>
      </p:sp>
      <p:sp>
        <p:nvSpPr>
          <p:cNvPr id="2" name="Title 1"/>
          <p:cNvSpPr>
            <a:spLocks noGrp="1"/>
          </p:cNvSpPr>
          <p:nvPr>
            <p:ph type="title"/>
          </p:nvPr>
        </p:nvSpPr>
        <p:spPr>
          <a:xfrm>
            <a:off x="2514600" y="609600"/>
            <a:ext cx="8503920" cy="579577"/>
          </a:xfrm>
        </p:spPr>
        <p:txBody>
          <a:bodyPr>
            <a:normAutofit fontScale="90000"/>
          </a:bodyPr>
          <a:lstStyle/>
          <a:p>
            <a:r>
              <a:rPr lang="en-US" dirty="0"/>
              <a:t>Full Installation and Server Core</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Windows Server 2022 R2 System Requirements</a:t>
            </a:r>
          </a:p>
        </p:txBody>
      </p:sp>
      <p:graphicFrame>
        <p:nvGraphicFramePr>
          <p:cNvPr id="4" name="Table 3"/>
          <p:cNvGraphicFramePr>
            <a:graphicFrameLocks noGrp="1"/>
          </p:cNvGraphicFramePr>
          <p:nvPr>
            <p:extLst>
              <p:ext uri="{D42A27DB-BD31-4B8C-83A1-F6EECF244321}">
                <p14:modId xmlns:p14="http://schemas.microsoft.com/office/powerpoint/2010/main" val="648968291"/>
              </p:ext>
            </p:extLst>
          </p:nvPr>
        </p:nvGraphicFramePr>
        <p:xfrm>
          <a:off x="725487" y="2057400"/>
          <a:ext cx="10744200" cy="3581400"/>
        </p:xfrm>
        <a:graphic>
          <a:graphicData uri="http://schemas.openxmlformats.org/drawingml/2006/table">
            <a:tbl>
              <a:tblPr firstRow="1" bandRow="1">
                <a:tableStyleId>{5C22544A-7EE6-4342-B048-85BDC9FD1C3A}</a:tableStyleId>
              </a:tblPr>
              <a:tblGrid>
                <a:gridCol w="2627313">
                  <a:extLst>
                    <a:ext uri="{9D8B030D-6E8A-4147-A177-3AD203B41FA5}">
                      <a16:colId xmlns:a16="http://schemas.microsoft.com/office/drawing/2014/main" val="20000"/>
                    </a:ext>
                  </a:extLst>
                </a:gridCol>
                <a:gridCol w="8116887">
                  <a:extLst>
                    <a:ext uri="{9D8B030D-6E8A-4147-A177-3AD203B41FA5}">
                      <a16:colId xmlns:a16="http://schemas.microsoft.com/office/drawing/2014/main" val="20001"/>
                    </a:ext>
                  </a:extLst>
                </a:gridCol>
              </a:tblGrid>
              <a:tr h="640180">
                <a:tc>
                  <a:txBody>
                    <a:bodyPr/>
                    <a:lstStyle/>
                    <a:p>
                      <a:r>
                        <a:rPr lang="en-US" sz="1800" dirty="0"/>
                        <a:t>Component</a:t>
                      </a:r>
                    </a:p>
                  </a:txBody>
                  <a:tcPr marT="45726" marB="45726"/>
                </a:tc>
                <a:tc>
                  <a:txBody>
                    <a:bodyPr/>
                    <a:lstStyle/>
                    <a:p>
                      <a:r>
                        <a:rPr lang="en-US" sz="1800" dirty="0"/>
                        <a:t>Requirement</a:t>
                      </a:r>
                    </a:p>
                  </a:txBody>
                  <a:tcPr marT="45726" marB="45726"/>
                </a:tc>
                <a:extLst>
                  <a:ext uri="{0D108BD9-81ED-4DB2-BD59-A6C34878D82A}">
                    <a16:rowId xmlns:a16="http://schemas.microsoft.com/office/drawing/2014/main" val="10000"/>
                  </a:ext>
                </a:extLst>
              </a:tr>
              <a:tr h="579020">
                <a:tc>
                  <a:txBody>
                    <a:bodyPr/>
                    <a:lstStyle/>
                    <a:p>
                      <a:r>
                        <a:rPr lang="en-US" sz="1800" dirty="0"/>
                        <a:t>Processor</a:t>
                      </a:r>
                    </a:p>
                  </a:txBody>
                  <a:tcPr marT="45726" marB="45726"/>
                </a:tc>
                <a:tc>
                  <a:txBody>
                    <a:bodyPr/>
                    <a:lstStyle/>
                    <a:p>
                      <a:r>
                        <a:rPr lang="en-US" sz="1800" dirty="0"/>
                        <a:t>Minimum: 1.4 GHz</a:t>
                      </a:r>
                      <a:r>
                        <a:rPr lang="en-US" sz="1800" baseline="0" dirty="0"/>
                        <a:t> (x64 processor)</a:t>
                      </a:r>
                    </a:p>
                  </a:txBody>
                  <a:tcPr marT="45726" marB="45726"/>
                </a:tc>
                <a:extLst>
                  <a:ext uri="{0D108BD9-81ED-4DB2-BD59-A6C34878D82A}">
                    <a16:rowId xmlns:a16="http://schemas.microsoft.com/office/drawing/2014/main" val="10001"/>
                  </a:ext>
                </a:extLst>
              </a:tr>
              <a:tr h="533400">
                <a:tc>
                  <a:txBody>
                    <a:bodyPr/>
                    <a:lstStyle/>
                    <a:p>
                      <a:r>
                        <a:rPr lang="en-US" sz="1800" dirty="0"/>
                        <a:t>Memory</a:t>
                      </a:r>
                    </a:p>
                  </a:txBody>
                  <a:tcPr marT="45726" marB="45726"/>
                </a:tc>
                <a:tc>
                  <a:txBody>
                    <a:bodyPr/>
                    <a:lstStyle/>
                    <a:p>
                      <a:r>
                        <a:rPr lang="en-US" sz="1800" dirty="0"/>
                        <a:t>Minimum:</a:t>
                      </a:r>
                      <a:r>
                        <a:rPr lang="en-US" sz="1800" baseline="0" dirty="0"/>
                        <a:t> 512 MB RAM</a:t>
                      </a:r>
                    </a:p>
                  </a:txBody>
                  <a:tcPr marT="45726" marB="45726"/>
                </a:tc>
                <a:extLst>
                  <a:ext uri="{0D108BD9-81ED-4DB2-BD59-A6C34878D82A}">
                    <a16:rowId xmlns:a16="http://schemas.microsoft.com/office/drawing/2014/main" val="10002"/>
                  </a:ext>
                </a:extLst>
              </a:tr>
              <a:tr h="609600">
                <a:tc>
                  <a:txBody>
                    <a:bodyPr/>
                    <a:lstStyle/>
                    <a:p>
                      <a:r>
                        <a:rPr lang="en-US" sz="1800" dirty="0"/>
                        <a:t>Disk Space Requirements</a:t>
                      </a:r>
                    </a:p>
                  </a:txBody>
                  <a:tcPr marT="45726" marB="45726"/>
                </a:tc>
                <a:tc>
                  <a:txBody>
                    <a:bodyPr/>
                    <a:lstStyle/>
                    <a:p>
                      <a:r>
                        <a:rPr lang="en-US" sz="1800" dirty="0"/>
                        <a:t>Minimum:</a:t>
                      </a:r>
                      <a:r>
                        <a:rPr lang="en-US" sz="1800" baseline="0" dirty="0"/>
                        <a:t> 32 GB</a:t>
                      </a:r>
                    </a:p>
                  </a:txBody>
                  <a:tcPr marT="45726" marB="45726"/>
                </a:tc>
                <a:extLst>
                  <a:ext uri="{0D108BD9-81ED-4DB2-BD59-A6C34878D82A}">
                    <a16:rowId xmlns:a16="http://schemas.microsoft.com/office/drawing/2014/main" val="10003"/>
                  </a:ext>
                </a:extLst>
              </a:tr>
              <a:tr h="579108">
                <a:tc>
                  <a:txBody>
                    <a:bodyPr/>
                    <a:lstStyle/>
                    <a:p>
                      <a:r>
                        <a:rPr lang="en-US" sz="1800" dirty="0"/>
                        <a:t>Display</a:t>
                      </a:r>
                    </a:p>
                  </a:txBody>
                  <a:tcPr marT="45726" marB="45726"/>
                </a:tc>
                <a:tc>
                  <a:txBody>
                    <a:bodyPr/>
                    <a:lstStyle/>
                    <a:p>
                      <a:r>
                        <a:rPr lang="en-US" sz="1800" dirty="0"/>
                        <a:t>Super VGA (800 x 600) or higher resolution</a:t>
                      </a:r>
                      <a:r>
                        <a:rPr lang="en-US" sz="1800" baseline="0" dirty="0"/>
                        <a:t> monitor</a:t>
                      </a:r>
                      <a:endParaRPr lang="en-US" sz="1800" dirty="0"/>
                    </a:p>
                  </a:txBody>
                  <a:tcPr marT="45726" marB="45726"/>
                </a:tc>
                <a:extLst>
                  <a:ext uri="{0D108BD9-81ED-4DB2-BD59-A6C34878D82A}">
                    <a16:rowId xmlns:a16="http://schemas.microsoft.com/office/drawing/2014/main" val="10004"/>
                  </a:ext>
                </a:extLst>
              </a:tr>
              <a:tr h="640081">
                <a:tc>
                  <a:txBody>
                    <a:bodyPr/>
                    <a:lstStyle/>
                    <a:p>
                      <a:r>
                        <a:rPr lang="en-US" sz="1800" dirty="0"/>
                        <a:t>Other</a:t>
                      </a:r>
                    </a:p>
                  </a:txBody>
                  <a:tcPr marT="45726" marB="45726"/>
                </a:tc>
                <a:tc>
                  <a:txBody>
                    <a:bodyPr/>
                    <a:lstStyle/>
                    <a:p>
                      <a:r>
                        <a:rPr lang="en-US" sz="1800" dirty="0"/>
                        <a:t>DVD drive, keyboard and Microsoft</a:t>
                      </a:r>
                      <a:r>
                        <a:rPr lang="en-US" sz="1800" baseline="0" dirty="0"/>
                        <a:t> </a:t>
                      </a:r>
                      <a:r>
                        <a:rPr lang="en-US" sz="1800" dirty="0"/>
                        <a:t>mouse (or compatible</a:t>
                      </a:r>
                      <a:r>
                        <a:rPr lang="en-US" sz="1800" baseline="0" dirty="0"/>
                        <a:t> pointing device)</a:t>
                      </a:r>
                      <a:r>
                        <a:rPr lang="en-US" sz="1800" dirty="0"/>
                        <a:t>, and Internet</a:t>
                      </a:r>
                      <a:r>
                        <a:rPr lang="en-US" sz="1800" baseline="0" dirty="0"/>
                        <a:t> access</a:t>
                      </a:r>
                      <a:endParaRPr lang="en-US" sz="1800" dirty="0"/>
                    </a:p>
                  </a:txBody>
                  <a:tcPr marT="45726" marB="45726"/>
                </a:tc>
                <a:extLst>
                  <a:ext uri="{0D108BD9-81ED-4DB2-BD59-A6C34878D82A}">
                    <a16:rowId xmlns:a16="http://schemas.microsoft.com/office/drawing/2014/main" val="10005"/>
                  </a:ext>
                </a:extLst>
              </a:tr>
            </a:tbl>
          </a:graphicData>
        </a:graphic>
      </p:graphicFrame>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Content Placeholder 2"/>
          <p:cNvSpPr>
            <a:spLocks noGrp="1"/>
          </p:cNvSpPr>
          <p:nvPr>
            <p:ph type="body" sz="quarter" idx="10"/>
          </p:nvPr>
        </p:nvSpPr>
        <p:spPr>
          <a:xfrm>
            <a:off x="269239" y="1189177"/>
            <a:ext cx="11653523" cy="3385542"/>
          </a:xfrm>
        </p:spPr>
        <p:txBody>
          <a:bodyPr/>
          <a:lstStyle/>
          <a:p>
            <a:pPr lvl="1"/>
            <a:r>
              <a:rPr lang="en-US" altLang="en-US" dirty="0"/>
              <a:t>A clean installation installs the operating system to a new directory</a:t>
            </a:r>
          </a:p>
          <a:p>
            <a:pPr lvl="1"/>
            <a:r>
              <a:rPr lang="en-US" altLang="en-US" dirty="0"/>
              <a:t>Select a clean installation in the following cases:</a:t>
            </a:r>
          </a:p>
          <a:p>
            <a:pPr lvl="2"/>
            <a:r>
              <a:rPr lang="en-US" altLang="en-US" dirty="0"/>
              <a:t>No operating system is installed on the computer</a:t>
            </a:r>
          </a:p>
          <a:p>
            <a:pPr lvl="2"/>
            <a:r>
              <a:rPr lang="en-US" altLang="en-US" dirty="0"/>
              <a:t>The installed operating system does not support the installation or upgrade</a:t>
            </a:r>
          </a:p>
          <a:p>
            <a:pPr lvl="2"/>
            <a:r>
              <a:rPr lang="en-US" altLang="en-US" dirty="0"/>
              <a:t>To configure a multi-boot configuration</a:t>
            </a:r>
          </a:p>
          <a:p>
            <a:pPr lvl="2"/>
            <a:r>
              <a:rPr lang="en-US" altLang="en-US" dirty="0"/>
              <a:t>A clean installation is preferred</a:t>
            </a:r>
          </a:p>
          <a:p>
            <a:pPr lvl="1"/>
            <a:r>
              <a:rPr lang="en-US" altLang="en-US" dirty="0"/>
              <a:t>Performing a clean install of an operating system can be the preferred method because all files are installed again</a:t>
            </a:r>
          </a:p>
          <a:p>
            <a:pPr lvl="1"/>
            <a:r>
              <a:rPr lang="en-US" altLang="en-US" dirty="0"/>
              <a:t>The disadvantage is that the system and all of its software needs to be reinstalled, patched, and configured and data copied over, something that may take hours or even days </a:t>
            </a:r>
          </a:p>
        </p:txBody>
      </p:sp>
      <p:sp>
        <p:nvSpPr>
          <p:cNvPr id="2" name="Title 1"/>
          <p:cNvSpPr>
            <a:spLocks noGrp="1"/>
          </p:cNvSpPr>
          <p:nvPr>
            <p:ph type="title"/>
          </p:nvPr>
        </p:nvSpPr>
        <p:spPr>
          <a:xfrm>
            <a:off x="2819400" y="609600"/>
            <a:ext cx="8199120" cy="304800"/>
          </a:xfrm>
        </p:spPr>
        <p:txBody>
          <a:bodyPr>
            <a:normAutofit fontScale="90000"/>
          </a:bodyPr>
          <a:lstStyle/>
          <a:p>
            <a:r>
              <a:rPr lang="en-US" dirty="0"/>
              <a:t>Clean Installation</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Content Placeholder 2"/>
          <p:cNvSpPr>
            <a:spLocks noGrp="1"/>
          </p:cNvSpPr>
          <p:nvPr>
            <p:ph type="body" sz="quarter" idx="10"/>
          </p:nvPr>
        </p:nvSpPr>
        <p:spPr>
          <a:xfrm>
            <a:off x="269239" y="1189177"/>
            <a:ext cx="11653523" cy="3385542"/>
          </a:xfrm>
        </p:spPr>
        <p:txBody>
          <a:bodyPr/>
          <a:lstStyle/>
          <a:p>
            <a:pPr lvl="1"/>
            <a:r>
              <a:rPr lang="en-US" altLang="en-US" dirty="0"/>
              <a:t>If a Windows installation is cloned, each target computer using the same image will have the same parameters, including the same computer name and security identifier (SID)</a:t>
            </a:r>
          </a:p>
          <a:p>
            <a:pPr lvl="1"/>
            <a:r>
              <a:rPr lang="en-US" altLang="en-US" dirty="0"/>
              <a:t>For these computers to operate properly without conflict on a network, these parameters have to be unique</a:t>
            </a:r>
          </a:p>
          <a:p>
            <a:pPr lvl="1"/>
            <a:r>
              <a:rPr lang="en-US" altLang="en-US" dirty="0"/>
              <a:t>To overcome these conflicts, you run the system preparation tool (</a:t>
            </a:r>
            <a:r>
              <a:rPr lang="en-US" altLang="en-US" dirty="0" err="1"/>
              <a:t>Sysprep</a:t>
            </a:r>
            <a:r>
              <a:rPr lang="en-US" altLang="en-US" dirty="0"/>
              <a:t>)</a:t>
            </a:r>
          </a:p>
          <a:p>
            <a:pPr lvl="1"/>
            <a:r>
              <a:rPr lang="en-US" altLang="en-US" dirty="0"/>
              <a:t>Benefits of </a:t>
            </a:r>
            <a:r>
              <a:rPr lang="en-US" altLang="en-US" dirty="0" err="1"/>
              <a:t>Sysprep</a:t>
            </a:r>
            <a:endParaRPr lang="en-US" altLang="en-US" dirty="0"/>
          </a:p>
          <a:p>
            <a:pPr lvl="2"/>
            <a:r>
              <a:rPr lang="en-US" altLang="en-US" dirty="0"/>
              <a:t>Removes system-specific data from Windows</a:t>
            </a:r>
          </a:p>
          <a:p>
            <a:pPr lvl="2"/>
            <a:r>
              <a:rPr lang="en-US" altLang="en-US" dirty="0"/>
              <a:t>Configures Windows to boot to Audit mode</a:t>
            </a:r>
          </a:p>
          <a:p>
            <a:pPr lvl="2"/>
            <a:r>
              <a:rPr lang="en-US" altLang="en-US" dirty="0"/>
              <a:t>Configures Windows to boot to Windows Welcome</a:t>
            </a:r>
          </a:p>
          <a:p>
            <a:pPr lvl="2"/>
            <a:r>
              <a:rPr lang="en-US" altLang="en-US" dirty="0"/>
              <a:t>Resets Windows Product Activation</a:t>
            </a:r>
          </a:p>
        </p:txBody>
      </p:sp>
      <p:sp>
        <p:nvSpPr>
          <p:cNvPr id="2" name="Title 1"/>
          <p:cNvSpPr>
            <a:spLocks noGrp="1"/>
          </p:cNvSpPr>
          <p:nvPr>
            <p:ph type="title"/>
          </p:nvPr>
        </p:nvSpPr>
        <p:spPr>
          <a:xfrm>
            <a:off x="3429000" y="609600"/>
            <a:ext cx="7589520" cy="381000"/>
          </a:xfrm>
        </p:spPr>
        <p:txBody>
          <a:bodyPr>
            <a:normAutofit fontScale="90000"/>
          </a:bodyPr>
          <a:lstStyle/>
          <a:p>
            <a:r>
              <a:rPr lang="en-US" dirty="0" err="1"/>
              <a:t>Sysprep</a:t>
            </a:r>
            <a:endParaRPr lang="en-US"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Content Placeholder 2"/>
          <p:cNvSpPr>
            <a:spLocks noGrp="1"/>
          </p:cNvSpPr>
          <p:nvPr>
            <p:ph type="body" sz="quarter" idx="10"/>
          </p:nvPr>
        </p:nvSpPr>
        <p:spPr>
          <a:xfrm>
            <a:off x="269239" y="1189177"/>
            <a:ext cx="11653523" cy="2308324"/>
          </a:xfrm>
        </p:spPr>
        <p:txBody>
          <a:bodyPr/>
          <a:lstStyle/>
          <a:p>
            <a:pPr lvl="1"/>
            <a:r>
              <a:rPr lang="en-US" altLang="en-US" dirty="0"/>
              <a:t>An unattended installation enables you to automate the configuration and deployment of operating systems</a:t>
            </a:r>
          </a:p>
          <a:p>
            <a:pPr lvl="1"/>
            <a:r>
              <a:rPr lang="en-US" altLang="en-US" dirty="0"/>
              <a:t>An answer file is used to perform an unattended installation of Windows</a:t>
            </a:r>
          </a:p>
          <a:p>
            <a:pPr lvl="1"/>
            <a:r>
              <a:rPr lang="en-US" altLang="en-US" dirty="0"/>
              <a:t>An answer file is an XML file that stores the answers for a series of graphical user interface (GUI) dialog boxes</a:t>
            </a:r>
          </a:p>
          <a:p>
            <a:pPr lvl="1"/>
            <a:r>
              <a:rPr lang="en-US" altLang="en-US" dirty="0"/>
              <a:t>You can use any text editor such as notepad to create and modify the answer file, Server Image Manager can also be used</a:t>
            </a:r>
          </a:p>
        </p:txBody>
      </p:sp>
      <p:sp>
        <p:nvSpPr>
          <p:cNvPr id="2" name="Title 1"/>
          <p:cNvSpPr>
            <a:spLocks noGrp="1"/>
          </p:cNvSpPr>
          <p:nvPr>
            <p:ph type="title"/>
          </p:nvPr>
        </p:nvSpPr>
        <p:spPr>
          <a:xfrm>
            <a:off x="2895600" y="609600"/>
            <a:ext cx="8122920" cy="579577"/>
          </a:xfrm>
        </p:spPr>
        <p:txBody>
          <a:bodyPr>
            <a:normAutofit fontScale="90000"/>
          </a:bodyPr>
          <a:lstStyle/>
          <a:p>
            <a:r>
              <a:rPr lang="en-US" dirty="0"/>
              <a:t>Unattended Installation</a:t>
            </a:r>
          </a:p>
        </p:txBody>
      </p:sp>
      <p:pic>
        <p:nvPicPr>
          <p:cNvPr id="4" name="Picture 3"/>
          <p:cNvPicPr>
            <a:picLocks noChangeAspect="1"/>
          </p:cNvPicPr>
          <p:nvPr/>
        </p:nvPicPr>
        <p:blipFill>
          <a:blip r:embed="rId2"/>
          <a:stretch>
            <a:fillRect/>
          </a:stretch>
        </p:blipFill>
        <p:spPr>
          <a:xfrm>
            <a:off x="6092190" y="3276600"/>
            <a:ext cx="3000375" cy="2893219"/>
          </a:xfrm>
          <a:prstGeom prst="rect">
            <a:avLst/>
          </a:prstGeom>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 Image Manager</a:t>
            </a:r>
          </a:p>
        </p:txBody>
      </p:sp>
      <p:pic>
        <p:nvPicPr>
          <p:cNvPr id="44036" name="Picture 2" descr="E:\Desktop\BoxTwelve\Wiley\98-365 Server Administration Fundamentals\Pictures\F0105.jpg"/>
          <p:cNvPicPr>
            <a:picLocks noChangeAspect="1" noChangeArrowheads="1"/>
          </p:cNvPicPr>
          <p:nvPr/>
        </p:nvPicPr>
        <p:blipFill>
          <a:blip r:embed="rId2">
            <a:extLst>
              <a:ext uri="{28A0092B-C50C-407E-A947-70E740481C1C}">
                <a14:useLocalDpi xmlns:a14="http://schemas.microsoft.com/office/drawing/2010/main" val="0"/>
              </a:ext>
            </a:extLst>
          </a:blip>
          <a:srcRect l="-2" r="2058" b="23245"/>
          <a:stretch>
            <a:fillRect/>
          </a:stretch>
        </p:blipFill>
        <p:spPr bwMode="auto">
          <a:xfrm>
            <a:off x="1966913" y="1476375"/>
            <a:ext cx="816768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Content Placeholder 2"/>
          <p:cNvSpPr>
            <a:spLocks noGrp="1"/>
          </p:cNvSpPr>
          <p:nvPr>
            <p:ph type="body" sz="quarter" idx="10"/>
          </p:nvPr>
        </p:nvSpPr>
        <p:spPr>
          <a:xfrm>
            <a:off x="269239" y="1189177"/>
            <a:ext cx="11653523" cy="3939540"/>
          </a:xfrm>
        </p:spPr>
        <p:txBody>
          <a:bodyPr/>
          <a:lstStyle/>
          <a:p>
            <a:pPr lvl="1"/>
            <a:r>
              <a:rPr lang="en-US" altLang="en-US" dirty="0"/>
              <a:t>Windows Deployment Services (WDS) is a technology from Microsoft for network-based installation of Windows operating</a:t>
            </a:r>
          </a:p>
          <a:p>
            <a:pPr lvl="1"/>
            <a:r>
              <a:rPr lang="en-US" altLang="en-US" dirty="0"/>
              <a:t>Windows Deployment Services is the updated and redesigned version of Remote Installation Services (RIS)</a:t>
            </a:r>
          </a:p>
          <a:p>
            <a:pPr lvl="1"/>
            <a:r>
              <a:rPr lang="en-US" altLang="en-US" dirty="0"/>
              <a:t>The deployment of Windows can be fully automated and customized through the use of unattended installation scripting files</a:t>
            </a:r>
          </a:p>
          <a:p>
            <a:pPr lvl="1"/>
            <a:r>
              <a:rPr lang="en-US" altLang="en-US" dirty="0"/>
              <a:t>Benefits</a:t>
            </a:r>
          </a:p>
          <a:p>
            <a:pPr lvl="2"/>
            <a:r>
              <a:rPr lang="en-US" altLang="en-US" dirty="0"/>
              <a:t>Allows network-based installation of Windows operating systems</a:t>
            </a:r>
          </a:p>
          <a:p>
            <a:pPr lvl="2"/>
            <a:r>
              <a:rPr lang="en-US" altLang="en-US" dirty="0"/>
              <a:t>Deploys Windows images to computers without operating systems</a:t>
            </a:r>
          </a:p>
          <a:p>
            <a:pPr lvl="2"/>
            <a:r>
              <a:rPr lang="en-US" altLang="en-US" dirty="0"/>
              <a:t>Uses standard Windows Setup technologies including Windows PE, .</a:t>
            </a:r>
            <a:r>
              <a:rPr lang="en-US" altLang="en-US" dirty="0" err="1"/>
              <a:t>wim</a:t>
            </a:r>
            <a:r>
              <a:rPr lang="en-US" altLang="en-US" dirty="0"/>
              <a:t> files and image-based setup</a:t>
            </a:r>
          </a:p>
          <a:p>
            <a:pPr lvl="2"/>
            <a:r>
              <a:rPr lang="en-US" altLang="en-US" dirty="0"/>
              <a:t>Create images using a reference computer using the Image Capture Wizard</a:t>
            </a:r>
          </a:p>
        </p:txBody>
      </p:sp>
      <p:sp>
        <p:nvSpPr>
          <p:cNvPr id="2" name="Title 1"/>
          <p:cNvSpPr>
            <a:spLocks noGrp="1"/>
          </p:cNvSpPr>
          <p:nvPr>
            <p:ph type="title"/>
          </p:nvPr>
        </p:nvSpPr>
        <p:spPr>
          <a:xfrm>
            <a:off x="3352800" y="609600"/>
            <a:ext cx="7665720" cy="304800"/>
          </a:xfrm>
        </p:spPr>
        <p:txBody>
          <a:bodyPr>
            <a:normAutofit fontScale="90000"/>
          </a:bodyPr>
          <a:lstStyle/>
          <a:p>
            <a:r>
              <a:rPr lang="en-US" dirty="0"/>
              <a:t>Windows Deployment Services</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Content Placeholder 2"/>
          <p:cNvSpPr>
            <a:spLocks noGrp="1"/>
          </p:cNvSpPr>
          <p:nvPr>
            <p:ph type="body" sz="quarter" idx="10"/>
          </p:nvPr>
        </p:nvSpPr>
        <p:spPr>
          <a:xfrm>
            <a:off x="269239" y="1189177"/>
            <a:ext cx="11653523" cy="1415772"/>
          </a:xfrm>
        </p:spPr>
        <p:txBody>
          <a:bodyPr/>
          <a:lstStyle/>
          <a:p>
            <a:pPr lvl="1"/>
            <a:r>
              <a:rPr lang="en-US" altLang="en-US" dirty="0"/>
              <a:t>Windows installation files can be distributed within a Windows Imaging Format (WIM) file</a:t>
            </a:r>
          </a:p>
          <a:p>
            <a:pPr lvl="1"/>
            <a:r>
              <a:rPr lang="en-US" altLang="en-US" dirty="0"/>
              <a:t>WIM is the file-based imaging format that Windows Server uses for rapid installation on new computers</a:t>
            </a:r>
          </a:p>
          <a:p>
            <a:pPr lvl="1"/>
            <a:r>
              <a:rPr lang="en-US" altLang="en-US" dirty="0"/>
              <a:t>WIM files store copies (known as images) of the operating systems</a:t>
            </a:r>
          </a:p>
        </p:txBody>
      </p:sp>
      <p:sp>
        <p:nvSpPr>
          <p:cNvPr id="2" name="Title 1"/>
          <p:cNvSpPr>
            <a:spLocks noGrp="1"/>
          </p:cNvSpPr>
          <p:nvPr>
            <p:ph type="title"/>
          </p:nvPr>
        </p:nvSpPr>
        <p:spPr>
          <a:xfrm>
            <a:off x="4038600" y="609601"/>
            <a:ext cx="6979920" cy="228600"/>
          </a:xfrm>
        </p:spPr>
        <p:txBody>
          <a:bodyPr>
            <a:normAutofit fontScale="90000"/>
          </a:bodyPr>
          <a:lstStyle/>
          <a:p>
            <a:r>
              <a:rPr lang="en-US" dirty="0"/>
              <a:t>Windows Imaging Format (WIM) File</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Content Placeholder 2"/>
          <p:cNvSpPr>
            <a:spLocks noGrp="1"/>
          </p:cNvSpPr>
          <p:nvPr>
            <p:ph type="body" sz="quarter" idx="10"/>
          </p:nvPr>
        </p:nvSpPr>
        <p:spPr>
          <a:xfrm>
            <a:off x="269239" y="1189177"/>
            <a:ext cx="11653523" cy="1692771"/>
          </a:xfrm>
        </p:spPr>
        <p:txBody>
          <a:bodyPr/>
          <a:lstStyle/>
          <a:p>
            <a:pPr lvl="1"/>
            <a:r>
              <a:rPr lang="en-US" altLang="en-US" dirty="0"/>
              <a:t>A software license is purchased from a software company like Microsoft that gives you permission to use a specific software package</a:t>
            </a:r>
          </a:p>
          <a:p>
            <a:pPr lvl="1"/>
            <a:r>
              <a:rPr lang="en-US" altLang="en-US" dirty="0"/>
              <a:t>Most licenses from corporations such as Microsoft work more like a lease rather than a purchase of the actual software</a:t>
            </a:r>
          </a:p>
          <a:p>
            <a:pPr lvl="1"/>
            <a:r>
              <a:rPr lang="en-US" altLang="en-US" dirty="0"/>
              <a:t>Licenses are typically purchased for a specific number of users</a:t>
            </a:r>
          </a:p>
        </p:txBody>
      </p:sp>
      <p:sp>
        <p:nvSpPr>
          <p:cNvPr id="2" name="Title 1"/>
          <p:cNvSpPr>
            <a:spLocks noGrp="1"/>
          </p:cNvSpPr>
          <p:nvPr>
            <p:ph type="title"/>
          </p:nvPr>
        </p:nvSpPr>
        <p:spPr>
          <a:xfrm>
            <a:off x="2971800" y="609600"/>
            <a:ext cx="8046720" cy="228600"/>
          </a:xfrm>
        </p:spPr>
        <p:txBody>
          <a:bodyPr>
            <a:normAutofit fontScale="90000"/>
          </a:bodyPr>
          <a:lstStyle/>
          <a:p>
            <a:r>
              <a:rPr lang="en-US" dirty="0"/>
              <a:t>Windows Licensing</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3" name="Content Placeholder 2"/>
          <p:cNvSpPr>
            <a:spLocks noGrp="1"/>
          </p:cNvSpPr>
          <p:nvPr>
            <p:ph type="body" sz="quarter" idx="10"/>
          </p:nvPr>
        </p:nvSpPr>
        <p:spPr>
          <a:xfrm>
            <a:off x="269239" y="1189177"/>
            <a:ext cx="11653523" cy="1754326"/>
          </a:xfrm>
        </p:spPr>
        <p:txBody>
          <a:bodyPr/>
          <a:lstStyle/>
          <a:p>
            <a:pPr lvl="1"/>
            <a:r>
              <a:rPr lang="en-US" dirty="0"/>
              <a:t>Microsoft product activation, including Windows activation, is an anti-piracy technology designed to verify that software products are legitimately licensed</a:t>
            </a:r>
          </a:p>
          <a:p>
            <a:pPr lvl="1"/>
            <a:r>
              <a:rPr lang="en-US" dirty="0"/>
              <a:t>Product activation is included in some technologies</a:t>
            </a:r>
          </a:p>
          <a:p>
            <a:pPr lvl="1"/>
            <a:r>
              <a:rPr lang="en-US" dirty="0"/>
              <a:t>A product key is required to activate the product</a:t>
            </a:r>
          </a:p>
          <a:p>
            <a:pPr lvl="1"/>
            <a:endParaRPr lang="en-US" dirty="0"/>
          </a:p>
        </p:txBody>
      </p:sp>
      <p:sp>
        <p:nvSpPr>
          <p:cNvPr id="2" name="Title 1"/>
          <p:cNvSpPr>
            <a:spLocks noGrp="1"/>
          </p:cNvSpPr>
          <p:nvPr>
            <p:ph type="title"/>
          </p:nvPr>
        </p:nvSpPr>
        <p:spPr>
          <a:xfrm>
            <a:off x="3657600" y="152400"/>
            <a:ext cx="9037320" cy="1036777"/>
          </a:xfrm>
        </p:spPr>
        <p:txBody>
          <a:bodyPr/>
          <a:lstStyle/>
          <a:p>
            <a:r>
              <a:rPr lang="en-US" dirty="0"/>
              <a:t>Windows Activation</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Content Placeholder 2"/>
          <p:cNvSpPr>
            <a:spLocks noGrp="1"/>
          </p:cNvSpPr>
          <p:nvPr>
            <p:ph type="body" sz="quarter" idx="10"/>
          </p:nvPr>
        </p:nvSpPr>
        <p:spPr>
          <a:xfrm>
            <a:off x="269239" y="1189177"/>
            <a:ext cx="11653523" cy="1969770"/>
          </a:xfrm>
        </p:spPr>
        <p:txBody>
          <a:bodyPr/>
          <a:lstStyle/>
          <a:p>
            <a:pPr lvl="1"/>
            <a:r>
              <a:rPr lang="en-US" altLang="en-US" dirty="0"/>
              <a:t>Windows update helps keep your computer safer and your software current by fetching the latest security and feature updates from Microsoft</a:t>
            </a:r>
          </a:p>
          <a:p>
            <a:pPr lvl="1"/>
            <a:r>
              <a:rPr lang="en-US" altLang="en-US" dirty="0"/>
              <a:t>After installing Windows, run Windows Update to install and apply fixes, patches, service packs, and device drivers</a:t>
            </a:r>
          </a:p>
          <a:p>
            <a:pPr lvl="1"/>
            <a:r>
              <a:rPr lang="en-US" altLang="en-US" dirty="0"/>
              <a:t>Automatic updating can be enabled to download and install important updates as they become available</a:t>
            </a:r>
          </a:p>
        </p:txBody>
      </p:sp>
      <p:sp>
        <p:nvSpPr>
          <p:cNvPr id="2" name="Title 1"/>
          <p:cNvSpPr>
            <a:spLocks noGrp="1"/>
          </p:cNvSpPr>
          <p:nvPr>
            <p:ph type="title"/>
          </p:nvPr>
        </p:nvSpPr>
        <p:spPr>
          <a:xfrm>
            <a:off x="3581400" y="609600"/>
            <a:ext cx="7437120" cy="457200"/>
          </a:xfrm>
        </p:spPr>
        <p:txBody>
          <a:bodyPr>
            <a:normAutofit fontScale="90000"/>
          </a:bodyPr>
          <a:lstStyle/>
          <a:p>
            <a:r>
              <a:rPr lang="en-US" dirty="0"/>
              <a:t>Windows Updates</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 Windows Update</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blackWhite">
          <a:xfrm>
            <a:off x="228600" y="5818252"/>
            <a:ext cx="11734799" cy="712135"/>
          </a:xfrm>
          <a:prstGeom prst="rect">
            <a:avLst/>
          </a:prstGeom>
          <a:noFill/>
          <a:ln w="12700">
            <a:noFill/>
            <a:miter lim="800000"/>
            <a:headEnd type="none" w="sm" len="sm"/>
            <a:tailEnd type="none" w="sm" len="sm"/>
          </a:ln>
          <a:effectLst/>
        </p:spPr>
        <p:txBody>
          <a:bodyPr lIns="179300" tIns="143440" rIns="179300" bIns="143440">
            <a:spAutoFit/>
          </a:bodyPr>
          <a:lstStyle/>
          <a:p>
            <a:pPr algn="r" defTabSz="914017" eaLnBrk="1" hangingPunct="1">
              <a:defRPr/>
            </a:pPr>
            <a:r>
              <a:rPr lang="en-US" sz="686" dirty="0">
                <a:gradFill>
                  <a:gsLst>
                    <a:gs pos="0">
                      <a:srgbClr val="FFFFFF"/>
                    </a:gs>
                    <a:gs pos="100000">
                      <a:srgbClr val="FFFFFF"/>
                    </a:gs>
                  </a:gsLst>
                  <a:lin ang="5400000" scaled="0"/>
                </a:gradFill>
                <a:cs typeface="Segoe UI" pitchFamily="34" charset="0"/>
              </a:rPr>
              <a:t>© 2012 Microsoft Corporation. All rights reserved. Microsoft, Windows, Windows Vista and other product names are or may be registered trademarks and/or trademarks in the U.S. and/or other countries.</a:t>
            </a:r>
          </a:p>
          <a:p>
            <a:pPr algn="r" defTabSz="914017" eaLnBrk="1" hangingPunct="1">
              <a:defRPr/>
            </a:pPr>
            <a:r>
              <a:rPr lang="en-US" sz="686"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686" dirty="0">
                <a:gradFill>
                  <a:gsLst>
                    <a:gs pos="0">
                      <a:srgbClr val="FFFFFF"/>
                    </a:gs>
                    <a:gs pos="100000">
                      <a:srgbClr val="FFFFFF"/>
                    </a:gs>
                  </a:gsLst>
                  <a:lin ang="5400000" scaled="0"/>
                </a:gradFill>
                <a:cs typeface="Segoe UI" pitchFamily="34" charset="0"/>
              </a:rPr>
            </a:br>
            <a:r>
              <a:rPr lang="en-US" sz="686" dirty="0">
                <a:gradFill>
                  <a:gsLst>
                    <a:gs pos="0">
                      <a:srgbClr val="FFFFFF"/>
                    </a:gs>
                    <a:gs pos="100000">
                      <a:srgbClr val="FFFFFF"/>
                    </a:gs>
                  </a:gsLst>
                  <a:lin ang="5400000" scaled="0"/>
                </a:gradFill>
                <a:cs typeface="Segoe UI" pitchFamily="34" charset="0"/>
              </a:rPr>
              <a:t>MICROSOFT MAKES NO WARRANTIES, EXPRESS, IMPLIED OR STATUTORY, AS TO THE INFORMATION IN THIS PRESENTATION.</a:t>
            </a:r>
          </a:p>
        </p:txBody>
      </p:sp>
      <p:pic>
        <p:nvPicPr>
          <p:cNvPr id="57347"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invGray">
          <a:xfrm>
            <a:off x="381000" y="3124200"/>
            <a:ext cx="24272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theme/theme1.xml><?xml version="1.0" encoding="utf-8"?>
<a:theme xmlns:a="http://schemas.openxmlformats.org/drawingml/2006/main" name="Microsoft_IT_Access_Strategy_16x9_External">
  <a:themeElements>
    <a:clrScheme name="Custom 328">
      <a:dk1>
        <a:srgbClr val="505050"/>
      </a:dk1>
      <a:lt1>
        <a:srgbClr val="FFFFFF"/>
      </a:lt1>
      <a:dk2>
        <a:srgbClr val="0072C6"/>
      </a:dk2>
      <a:lt2>
        <a:srgbClr val="D2D2D2"/>
      </a:lt2>
      <a:accent1>
        <a:srgbClr val="0072C6"/>
      </a:accent1>
      <a:accent2>
        <a:srgbClr val="008272"/>
      </a:accent2>
      <a:accent3>
        <a:srgbClr val="68217A"/>
      </a:accent3>
      <a:accent4>
        <a:srgbClr val="0072C6"/>
      </a:accent4>
      <a:accent5>
        <a:srgbClr val="002050"/>
      </a:accent5>
      <a:accent6>
        <a:srgbClr val="442359"/>
      </a:accent6>
      <a:hlink>
        <a:srgbClr val="0072C6"/>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3274" tIns="46637" rIns="93274"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theme>
</file>

<file path=ppt/theme/theme2.xml><?xml version="1.0" encoding="utf-8"?>
<a:theme xmlns:a="http://schemas.openxmlformats.org/drawingml/2006/main" name="2_Microsoft_IT_Access_Strategy_16x9_External">
  <a:themeElements>
    <a:clrScheme name="Custom 328">
      <a:dk1>
        <a:srgbClr val="505050"/>
      </a:dk1>
      <a:lt1>
        <a:srgbClr val="FFFFFF"/>
      </a:lt1>
      <a:dk2>
        <a:srgbClr val="0072C6"/>
      </a:dk2>
      <a:lt2>
        <a:srgbClr val="D2D2D2"/>
      </a:lt2>
      <a:accent1>
        <a:srgbClr val="0072C6"/>
      </a:accent1>
      <a:accent2>
        <a:srgbClr val="008272"/>
      </a:accent2>
      <a:accent3>
        <a:srgbClr val="68217A"/>
      </a:accent3>
      <a:accent4>
        <a:srgbClr val="0072C6"/>
      </a:accent4>
      <a:accent5>
        <a:srgbClr val="002050"/>
      </a:accent5>
      <a:accent6>
        <a:srgbClr val="442359"/>
      </a:accent6>
      <a:hlink>
        <a:srgbClr val="0072C6"/>
      </a:hlink>
      <a:folHlink>
        <a:srgbClr val="0072C6"/>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93274" tIns="46637" rIns="93274"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theme>
</file>

<file path=ppt/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D1552FCE8DAE49AB00DD8999ECFBA4" ma:contentTypeVersion="" ma:contentTypeDescription="Create a new document." ma:contentTypeScope="" ma:versionID="9fe3c7892d329891ad334a1bdc48c8b5">
  <xsd:schema xmlns:xsd="http://www.w3.org/2001/XMLSchema" xmlns:xs="http://www.w3.org/2001/XMLSchema" xmlns:p="http://schemas.microsoft.com/office/2006/metadata/properties" xmlns:ns2="90316C47-89A7-4E38-A161-F1468A908C39" targetNamespace="http://schemas.microsoft.com/office/2006/metadata/properties" ma:root="true" ma:fieldsID="1b9c2fb9641548b6b16294187cab1b6e" ns2:_="">
    <xsd:import namespace="90316C47-89A7-4E38-A161-F1468A908C39"/>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316C47-89A7-4E38-A161-F1468A908C39"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
          <xsd:enumeration value="Promo Package"/>
          <xsd:enumeration value="Slide Presentation"/>
          <xsd:enumeration value="Slide Presentation Policheck"/>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Status xmlns="90316C47-89A7-4E38-A161-F1468A908C39">Draft</Status>
    <Content_x0020_Type xmlns="90316C47-89A7-4E38-A161-F1468A908C39">Slide Presentation</Content_x0020_Type>
    <Module xmlns="90316C47-89A7-4E38-A161-F1468A908C39">1</Module>
  </documentManagement>
</p:properties>
</file>

<file path=customXml/itemProps1.xml><?xml version="1.0" encoding="utf-8"?>
<ds:datastoreItem xmlns:ds="http://schemas.openxmlformats.org/officeDocument/2006/customXml" ds:itemID="{2E394E55-9328-4199-9659-35DA50463E91}">
  <ds:schemaRefs>
    <ds:schemaRef ds:uri="http://schemas.microsoft.com/office/2006/metadata/longProperties"/>
  </ds:schemaRefs>
</ds:datastoreItem>
</file>

<file path=customXml/itemProps2.xml><?xml version="1.0" encoding="utf-8"?>
<ds:datastoreItem xmlns:ds="http://schemas.openxmlformats.org/officeDocument/2006/customXml" ds:itemID="{39E193DD-8035-413C-9A7C-81DE6ECD7579}">
  <ds:schemaRefs>
    <ds:schemaRef ds:uri="http://schemas.microsoft.com/sharepoint/v3/contenttype/forms"/>
  </ds:schemaRefs>
</ds:datastoreItem>
</file>

<file path=customXml/itemProps3.xml><?xml version="1.0" encoding="utf-8"?>
<ds:datastoreItem xmlns:ds="http://schemas.openxmlformats.org/officeDocument/2006/customXml" ds:itemID="{358E2912-DE4C-48AE-A369-54E7CE6CC1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316C47-89A7-4E38-A161-F1468A908C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B4FF9B8-1622-4C6D-8B9B-762305E74105}">
  <ds:schemaRefs>
    <ds:schemaRef ds:uri="http://schemas.microsoft.com/office/2006/metadata/properties"/>
    <ds:schemaRef ds:uri="http://schemas.microsoft.com/office/infopath/2007/PartnerControls"/>
    <ds:schemaRef ds:uri="90316C47-89A7-4E38-A161-F1468A908C39"/>
  </ds:schemaRefs>
</ds:datastoreItem>
</file>

<file path=docProps/app.xml><?xml version="1.0" encoding="utf-8"?>
<Properties xmlns="http://schemas.openxmlformats.org/officeDocument/2006/extended-properties" xmlns:vt="http://schemas.openxmlformats.org/officeDocument/2006/docPropsVTypes">
  <Template/>
  <TotalTime>4772</TotalTime>
  <Words>2693</Words>
  <Application>Microsoft Office PowerPoint</Application>
  <PresentationFormat>Widescreen</PresentationFormat>
  <Paragraphs>266</Paragraphs>
  <Slides>36</Slides>
  <Notes>13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36</vt:i4>
      </vt:variant>
    </vt:vector>
  </HeadingPairs>
  <TitlesOfParts>
    <vt:vector size="45" baseType="lpstr">
      <vt:lpstr>Arial</vt:lpstr>
      <vt:lpstr>Calibri</vt:lpstr>
      <vt:lpstr>Corbel</vt:lpstr>
      <vt:lpstr>Franklin Gothic Book</vt:lpstr>
      <vt:lpstr>Segoe UI</vt:lpstr>
      <vt:lpstr>Segoe UI Light</vt:lpstr>
      <vt:lpstr>Microsoft_IT_Access_Strategy_16x9_External</vt:lpstr>
      <vt:lpstr>2_Microsoft_IT_Access_Strategy_16x9_External</vt:lpstr>
      <vt:lpstr>Basis</vt:lpstr>
      <vt:lpstr>Exam Prep:  Microsoft Technology Associate 98-365: Windows Server Administration Fundamentals</vt:lpstr>
      <vt:lpstr>Course Topics</vt:lpstr>
      <vt:lpstr>Server Overview</vt:lpstr>
      <vt:lpstr>Objectives</vt:lpstr>
      <vt:lpstr>Server</vt:lpstr>
      <vt:lpstr>Server Roles</vt:lpstr>
      <vt:lpstr>Selecting Server Hardware</vt:lpstr>
      <vt:lpstr>Primary Subsystems</vt:lpstr>
      <vt:lpstr>Processor</vt:lpstr>
      <vt:lpstr>Memory</vt:lpstr>
      <vt:lpstr>Storage</vt:lpstr>
      <vt:lpstr>Network</vt:lpstr>
      <vt:lpstr>Motherboard</vt:lpstr>
      <vt:lpstr>BIOS</vt:lpstr>
      <vt:lpstr>Power Supply and Cases</vt:lpstr>
      <vt:lpstr>Ports</vt:lpstr>
      <vt:lpstr>Ports</vt:lpstr>
      <vt:lpstr>Virtual Servers</vt:lpstr>
      <vt:lpstr>Locating the Server</vt:lpstr>
      <vt:lpstr>Software</vt:lpstr>
      <vt:lpstr>Windows Servers</vt:lpstr>
      <vt:lpstr>Windows Server 2008 R2</vt:lpstr>
      <vt:lpstr>Windows Server Roles</vt:lpstr>
      <vt:lpstr>Full Installation and Server Core</vt:lpstr>
      <vt:lpstr>Windows Server 2022 R2 System Requirements</vt:lpstr>
      <vt:lpstr>Clean Installation</vt:lpstr>
      <vt:lpstr>Sysprep</vt:lpstr>
      <vt:lpstr>Unattended Installation</vt:lpstr>
      <vt:lpstr>Server Image Manager</vt:lpstr>
      <vt:lpstr>Windows Deployment Services</vt:lpstr>
      <vt:lpstr>Windows Imaging Format (WIM) File</vt:lpstr>
      <vt:lpstr>Windows Licensing</vt:lpstr>
      <vt:lpstr>Windows Activation</vt:lpstr>
      <vt:lpstr>Windows Updates</vt:lpstr>
      <vt:lpstr>DEMO: Windows Update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Cat Skintik</dc:creator>
  <cp:lastModifiedBy>Orkhan Mammadov</cp:lastModifiedBy>
  <cp:revision>382</cp:revision>
  <dcterms:created xsi:type="dcterms:W3CDTF">2007-01-10T19:14:18Z</dcterms:created>
  <dcterms:modified xsi:type="dcterms:W3CDTF">2023-12-05T15:23:30Z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0x010100DCD1552FCE8DAE49AB00DD8999ECFBA4</vt:lpwstr>
  </property>
</Properties>
</file>